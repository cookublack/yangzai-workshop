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FF6600"/>
    <a:srgbClr val="FF9933"/>
    <a:srgbClr val="FF6699"/>
    <a:srgbClr val="FFFFFF"/>
    <a:srgbClr val="565656"/>
    <a:srgbClr val="6B6B6B"/>
    <a:srgbClr val="74747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8C196-AF8A-F9BD-CC23-DF3FBE764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982A2E-5FB4-72A7-F073-1BF4898DC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18277-166F-936E-8107-35736778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38D9AD-C3B0-E6AC-7C01-464ECE8D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910D7-C240-7DD7-81F8-166DEFD5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74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DE0EE-A35D-99CF-2E6F-52334F7A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B9C2B-9021-B739-73E8-4E49124A3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3F297-49D0-43E2-A033-2437BE83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1BA11-19A7-A57E-90D5-0F115F87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71816-0F98-D67C-E5CD-255BE767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2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CAA5B-C08C-F342-376F-A403172D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B0A9E1-A0A9-7B26-07F0-3AE48D928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AFF61-7F03-267C-B3E3-341034DC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78F875-6E77-F3BE-2FD1-A904A113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13C59F-EFB5-83D8-D347-6D23F54B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12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E3C22-E746-74D1-DF91-0A239781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769DA8-0E97-4E2B-09EA-FF8AC5C92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2E3B43-D6A3-6E02-24B6-AF7F49316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11A8A8-6FDE-5910-1D7B-A6B2436F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923D03-DFB7-0819-8007-0CFB7D62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A4FA96-1C4B-104E-8ABC-33D257A8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97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D6F77-0910-C463-5CF0-1A025C06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59BAA-CB07-32B4-83DD-02EAFAAF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BB09B8-3D9C-F32A-DA87-5E0555862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0B20C1-FED9-2727-DBA8-3113AA738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0138AE-81D1-1E92-1660-534D4497C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E968B3-0FD2-4E3B-6098-3418A386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906254-DB50-EBBA-C7F0-FB228546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B34DD3-FC64-B247-FDE0-5A622970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89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AC765-FD24-A489-CBD9-B6EC86A1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E8585D-9C40-220D-1163-CB322660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13F3CD-EFDC-4473-5016-EAC4C633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7C2334-18CD-135B-9D29-477E33B2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61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E6ACE1-BAD2-0E8C-708A-8409C0E4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61C0D6-E967-7D4D-F0A6-C75A764E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DC2B45-73CD-421A-8C62-5A8AB223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32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ED13E-6611-5C99-6CD4-2020A2BC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8D8EC-9AF2-4ADD-C9D1-25BFEA0C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B27E70-24D1-3767-7827-1D6958C3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088DD6-9F51-570C-513B-2A590A29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89E34-A18B-9671-416F-DF7E0675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2A71C-395F-D5C7-952B-0436ED12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51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540DA-2045-7C33-1DAD-DCFE685F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996899-B9DD-D2AD-F766-BA3C39A92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2F251-BE79-6566-DBDF-C2DF78107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13950A-D7ED-8020-D669-94843B0B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688DFF-5B61-8520-1ED9-64FD9D7C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5D76E7-0720-2B24-3E47-F625D8FF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4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CCB04-9994-B385-0529-A76980CA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3AAD4-C9AA-DC47-9A55-7A5E22952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D032F-9B93-06BB-842E-5EFA6F0F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73A34-ACBF-FA49-E946-DFDD18AE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8FD649-2D75-C559-365D-F41DE379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89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D6C693-6E45-D531-CA3D-4C783AC7D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98A222-868D-CCA0-9A5F-D9D6DDE14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861F1-9E68-EC74-C76F-BCF8E109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0BE076-74AF-FE1C-D76E-4929A0A9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19579-74D4-050D-DEBD-8F40DA82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9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E2B4BA-B22E-CA42-E63F-F06BF824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FAEFA-0D38-CC17-1E1F-ACA69A6A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28127-210D-8E51-6F1E-44E7F6966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849B7-BDF6-4C72-A473-CE25AC6D0BA9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09832-9A5E-B323-DBE3-7BE8A1DE3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A8DB9-88BC-F5B3-9645-DF7A7F3E1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092DA-7758-49BA-9F31-DFC1A5A39E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7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DC9F9F5-C901-D794-4AA8-BB5BB1DBE6EF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E5B2A7E-0C5C-4591-637C-716AF4395AF8}"/>
              </a:ext>
            </a:extLst>
          </p:cNvPr>
          <p:cNvSpPr/>
          <p:nvPr/>
        </p:nvSpPr>
        <p:spPr>
          <a:xfrm>
            <a:off x="1320796" y="648041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332A9EF0-D082-EC11-CD34-FA892D929811}"/>
              </a:ext>
            </a:extLst>
          </p:cNvPr>
          <p:cNvSpPr/>
          <p:nvPr/>
        </p:nvSpPr>
        <p:spPr>
          <a:xfrm>
            <a:off x="520410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6C8E00-17C8-A067-79B5-A65F50949881}"/>
              </a:ext>
            </a:extLst>
          </p:cNvPr>
          <p:cNvSpPr txBox="1"/>
          <p:nvPr/>
        </p:nvSpPr>
        <p:spPr>
          <a:xfrm>
            <a:off x="79721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0C2A254-8CE7-CB09-EAEE-9468DD297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B7DDCFF2-0F3E-7FE7-E143-67ECEAE7D9D0}"/>
              </a:ext>
            </a:extLst>
          </p:cNvPr>
          <p:cNvGrpSpPr/>
          <p:nvPr/>
        </p:nvGrpSpPr>
        <p:grpSpPr>
          <a:xfrm>
            <a:off x="482309" y="2401218"/>
            <a:ext cx="752760" cy="628072"/>
            <a:chOff x="477982" y="1351502"/>
            <a:chExt cx="752760" cy="62807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097445-D102-68AB-C668-02FD261A0C96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剧本管理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5C4005C-F6E4-986C-8BFB-7BFE76CD6067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797954D-4FF1-A297-72C2-6757C8C18537}"/>
              </a:ext>
            </a:extLst>
          </p:cNvPr>
          <p:cNvGrpSpPr/>
          <p:nvPr/>
        </p:nvGrpSpPr>
        <p:grpSpPr>
          <a:xfrm>
            <a:off x="482309" y="3223718"/>
            <a:ext cx="752760" cy="628072"/>
            <a:chOff x="477982" y="1351502"/>
            <a:chExt cx="752760" cy="62807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0652331-94C5-874E-C80F-3E4CE9628A02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人物素材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915A925-C8A7-835E-269E-AEC856F0A64F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9EEB96-206A-6F55-151A-CD92F02BC1E6}"/>
              </a:ext>
            </a:extLst>
          </p:cNvPr>
          <p:cNvGrpSpPr/>
          <p:nvPr/>
        </p:nvGrpSpPr>
        <p:grpSpPr>
          <a:xfrm>
            <a:off x="482309" y="4046218"/>
            <a:ext cx="752760" cy="628072"/>
            <a:chOff x="477982" y="1351502"/>
            <a:chExt cx="752760" cy="62807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C27BE1-7B48-719D-4EF2-71DCCC65FD12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视频文件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B342E52-5FD3-7482-CDBC-6F56500DE9CA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E65D89A-D43E-A583-1416-858A269502E1}"/>
              </a:ext>
            </a:extLst>
          </p:cNvPr>
          <p:cNvGrpSpPr/>
          <p:nvPr/>
        </p:nvGrpSpPr>
        <p:grpSpPr>
          <a:xfrm>
            <a:off x="482309" y="4868718"/>
            <a:ext cx="752760" cy="628072"/>
            <a:chOff x="477982" y="1351502"/>
            <a:chExt cx="752760" cy="628072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61A93F4-2247-07D4-FC24-0CDB8274BE94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平台指标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5405DFD-698B-816A-F1ED-C1C93192ECA0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8689136-3723-4F8E-1D64-321BA956D515}"/>
              </a:ext>
            </a:extLst>
          </p:cNvPr>
          <p:cNvGrpSpPr/>
          <p:nvPr/>
        </p:nvGrpSpPr>
        <p:grpSpPr>
          <a:xfrm>
            <a:off x="484910" y="931719"/>
            <a:ext cx="752760" cy="675750"/>
            <a:chOff x="450267" y="5636401"/>
            <a:chExt cx="752760" cy="675750"/>
          </a:xfrm>
        </p:grpSpPr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CB5CC542-EE35-A25C-084B-0906BBB4703C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4AD2E43-F005-BF1C-CE78-5E6B016BC37B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AB3D8707-799C-98B8-4DCE-0B9791CC6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A7D245D-32FF-32DC-CDE4-3F0D75EF7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FCD3DBC6-A76D-DD3A-5BFF-8F23443CA7DC}"/>
              </a:ext>
            </a:extLst>
          </p:cNvPr>
          <p:cNvGrpSpPr/>
          <p:nvPr/>
        </p:nvGrpSpPr>
        <p:grpSpPr>
          <a:xfrm>
            <a:off x="1348582" y="683012"/>
            <a:ext cx="10166200" cy="2669320"/>
            <a:chOff x="1362360" y="697220"/>
            <a:chExt cx="10152421" cy="265511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5DA869F-0AD3-7954-A939-F8616C0FB9DB}"/>
                </a:ext>
              </a:extLst>
            </p:cNvPr>
            <p:cNvSpPr/>
            <p:nvPr/>
          </p:nvSpPr>
          <p:spPr>
            <a:xfrm>
              <a:off x="1362360" y="697220"/>
              <a:ext cx="10152421" cy="2655111"/>
            </a:xfrm>
            <a:prstGeom prst="roundRect">
              <a:avLst>
                <a:gd name="adj" fmla="val 5805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DAD1E72-6222-B1CD-458F-1E01F4AE7D5F}"/>
                </a:ext>
              </a:extLst>
            </p:cNvPr>
            <p:cNvGrpSpPr/>
            <p:nvPr/>
          </p:nvGrpSpPr>
          <p:grpSpPr>
            <a:xfrm>
              <a:off x="1452559" y="1607469"/>
              <a:ext cx="447675" cy="670214"/>
              <a:chOff x="1452559" y="1607469"/>
              <a:chExt cx="447675" cy="670214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D3D507B7-2540-0F56-1658-1BCBFF568140}"/>
                  </a:ext>
                </a:extLst>
              </p:cNvPr>
              <p:cNvSpPr/>
              <p:nvPr/>
            </p:nvSpPr>
            <p:spPr>
              <a:xfrm>
                <a:off x="1452559" y="1607469"/>
                <a:ext cx="447675" cy="670214"/>
              </a:xfrm>
              <a:prstGeom prst="rect">
                <a:avLst/>
              </a:prstGeom>
              <a:solidFill>
                <a:srgbClr val="F2F2F2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动作按钮: 后退或前一项 45">
                <a:hlinkClick r:id="" action="ppaction://hlinkshowjump?jump=previousslide" highlightClick="1"/>
                <a:extLst>
                  <a:ext uri="{FF2B5EF4-FFF2-40B4-BE49-F238E27FC236}">
                    <a16:creationId xmlns:a16="http://schemas.microsoft.com/office/drawing/2014/main" id="{E9D6CF83-0955-6E5A-ADE6-26B746CCFF6E}"/>
                  </a:ext>
                </a:extLst>
              </p:cNvPr>
              <p:cNvSpPr/>
              <p:nvPr/>
            </p:nvSpPr>
            <p:spPr>
              <a:xfrm>
                <a:off x="1543047" y="1801442"/>
                <a:ext cx="238125" cy="282268"/>
              </a:xfrm>
              <a:prstGeom prst="actionButtonBackPreviou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FF34F0C-5E6E-0417-E8A8-09293BA6715A}"/>
                </a:ext>
              </a:extLst>
            </p:cNvPr>
            <p:cNvGrpSpPr/>
            <p:nvPr/>
          </p:nvGrpSpPr>
          <p:grpSpPr>
            <a:xfrm flipH="1">
              <a:off x="10977660" y="1607469"/>
              <a:ext cx="447675" cy="670214"/>
              <a:chOff x="1452559" y="1607469"/>
              <a:chExt cx="447675" cy="670214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647D062-CEA9-CF83-DA6F-C9D440B2FEF6}"/>
                  </a:ext>
                </a:extLst>
              </p:cNvPr>
              <p:cNvSpPr/>
              <p:nvPr/>
            </p:nvSpPr>
            <p:spPr>
              <a:xfrm>
                <a:off x="1452559" y="1607469"/>
                <a:ext cx="447675" cy="670214"/>
              </a:xfrm>
              <a:prstGeom prst="rect">
                <a:avLst/>
              </a:prstGeom>
              <a:solidFill>
                <a:srgbClr val="F2F2F2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动作按钮: 后退或前一项 49">
                <a:hlinkClick r:id="" action="ppaction://hlinkshowjump?jump=previousslide" highlightClick="1"/>
                <a:extLst>
                  <a:ext uri="{FF2B5EF4-FFF2-40B4-BE49-F238E27FC236}">
                    <a16:creationId xmlns:a16="http://schemas.microsoft.com/office/drawing/2014/main" id="{20C9F190-0C85-90AE-AF66-438D83934710}"/>
                  </a:ext>
                </a:extLst>
              </p:cNvPr>
              <p:cNvSpPr/>
              <p:nvPr/>
            </p:nvSpPr>
            <p:spPr>
              <a:xfrm>
                <a:off x="1543047" y="1801442"/>
                <a:ext cx="238125" cy="282268"/>
              </a:xfrm>
              <a:prstGeom prst="actionButtonBackPreviou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5B48E7D-9F27-28A0-DDCA-7E29FADAB592}"/>
              </a:ext>
            </a:extLst>
          </p:cNvPr>
          <p:cNvGrpSpPr/>
          <p:nvPr/>
        </p:nvGrpSpPr>
        <p:grpSpPr>
          <a:xfrm>
            <a:off x="5358026" y="3123331"/>
            <a:ext cx="1451837" cy="114301"/>
            <a:chOff x="5311846" y="3474308"/>
            <a:chExt cx="1451837" cy="114301"/>
          </a:xfrm>
        </p:grpSpPr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D9D7D4DE-8975-2B17-CBE4-D8D216739BCF}"/>
                </a:ext>
              </a:extLst>
            </p:cNvPr>
            <p:cNvSpPr/>
            <p:nvPr/>
          </p:nvSpPr>
          <p:spPr>
            <a:xfrm>
              <a:off x="5311846" y="3474308"/>
              <a:ext cx="114301" cy="114301"/>
            </a:xfrm>
            <a:prstGeom prst="flowChartConnecto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DCC329DE-DA99-DB05-41CF-11204956430A}"/>
                </a:ext>
              </a:extLst>
            </p:cNvPr>
            <p:cNvSpPr/>
            <p:nvPr/>
          </p:nvSpPr>
          <p:spPr>
            <a:xfrm>
              <a:off x="5757691" y="3474308"/>
              <a:ext cx="114301" cy="114301"/>
            </a:xfrm>
            <a:prstGeom prst="flowChartConnecto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流程图: 接点 54">
              <a:extLst>
                <a:ext uri="{FF2B5EF4-FFF2-40B4-BE49-F238E27FC236}">
                  <a16:creationId xmlns:a16="http://schemas.microsoft.com/office/drawing/2014/main" id="{583B62AB-C167-E352-5D9E-933E5CFF24E0}"/>
                </a:ext>
              </a:extLst>
            </p:cNvPr>
            <p:cNvSpPr/>
            <p:nvPr/>
          </p:nvSpPr>
          <p:spPr>
            <a:xfrm>
              <a:off x="6203536" y="3474308"/>
              <a:ext cx="114301" cy="114301"/>
            </a:xfrm>
            <a:prstGeom prst="flowChartConnecto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流程图: 接点 56">
              <a:extLst>
                <a:ext uri="{FF2B5EF4-FFF2-40B4-BE49-F238E27FC236}">
                  <a16:creationId xmlns:a16="http://schemas.microsoft.com/office/drawing/2014/main" id="{ED8665A0-69FA-C6AB-E2EF-CD0A38E78145}"/>
                </a:ext>
              </a:extLst>
            </p:cNvPr>
            <p:cNvSpPr/>
            <p:nvPr/>
          </p:nvSpPr>
          <p:spPr>
            <a:xfrm>
              <a:off x="6649382" y="3474308"/>
              <a:ext cx="114301" cy="114301"/>
            </a:xfrm>
            <a:prstGeom prst="flowChartConnecto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E56E810-0323-CCEC-F904-05EB90B42C7F}"/>
              </a:ext>
            </a:extLst>
          </p:cNvPr>
          <p:cNvSpPr/>
          <p:nvPr/>
        </p:nvSpPr>
        <p:spPr>
          <a:xfrm>
            <a:off x="9054389" y="5699789"/>
            <a:ext cx="2407809" cy="809131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51F1D67-C952-B727-9810-49D94F9315BA}"/>
              </a:ext>
            </a:extLst>
          </p:cNvPr>
          <p:cNvSpPr/>
          <p:nvPr/>
        </p:nvSpPr>
        <p:spPr>
          <a:xfrm>
            <a:off x="9017526" y="3505670"/>
            <a:ext cx="2407809" cy="2141894"/>
          </a:xfrm>
          <a:prstGeom prst="roundRect">
            <a:avLst>
              <a:gd name="adj" fmla="val 5094"/>
            </a:avLst>
          </a:prstGeom>
          <a:solidFill>
            <a:srgbClr val="565656"/>
          </a:solidFill>
          <a:ln w="31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4BF9094-89D6-1958-4969-55384F418526}"/>
              </a:ext>
            </a:extLst>
          </p:cNvPr>
          <p:cNvSpPr txBox="1"/>
          <p:nvPr/>
        </p:nvSpPr>
        <p:spPr>
          <a:xfrm>
            <a:off x="9401588" y="5919107"/>
            <a:ext cx="141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一键启动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67914003-ED40-1505-8EFA-F367E6596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0568" y="5939162"/>
            <a:ext cx="332307" cy="360000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2F38F019-175C-8028-10B9-DD5D42209A93}"/>
              </a:ext>
            </a:extLst>
          </p:cNvPr>
          <p:cNvSpPr txBox="1"/>
          <p:nvPr/>
        </p:nvSpPr>
        <p:spPr>
          <a:xfrm>
            <a:off x="9734394" y="3482074"/>
            <a:ext cx="860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公告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68621F7-2B2F-F82F-D741-833BC62E584F}"/>
              </a:ext>
            </a:extLst>
          </p:cNvPr>
          <p:cNvSpPr txBox="1"/>
          <p:nvPr/>
        </p:nvSpPr>
        <p:spPr>
          <a:xfrm>
            <a:off x="1452559" y="5826744"/>
            <a:ext cx="988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版本号：</a:t>
            </a:r>
          </a:p>
        </p:txBody>
      </p:sp>
      <p:sp>
        <p:nvSpPr>
          <p:cNvPr id="109" name="流程图: 过程 108">
            <a:extLst>
              <a:ext uri="{FF2B5EF4-FFF2-40B4-BE49-F238E27FC236}">
                <a16:creationId xmlns:a16="http://schemas.microsoft.com/office/drawing/2014/main" id="{060386D3-84AF-BE6E-7B48-D964759AF278}"/>
              </a:ext>
            </a:extLst>
          </p:cNvPr>
          <p:cNvSpPr/>
          <p:nvPr/>
        </p:nvSpPr>
        <p:spPr>
          <a:xfrm>
            <a:off x="1348581" y="3416429"/>
            <a:ext cx="7555270" cy="2231136"/>
          </a:xfrm>
          <a:prstGeom prst="flowChartProcess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9848BD9-3DAB-34E3-0541-EC365BBBB0EA}"/>
              </a:ext>
            </a:extLst>
          </p:cNvPr>
          <p:cNvSpPr txBox="1"/>
          <p:nvPr/>
        </p:nvSpPr>
        <p:spPr>
          <a:xfrm>
            <a:off x="1452559" y="6088354"/>
            <a:ext cx="988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更新日期：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0AC3102E-27C6-A87C-5D96-6C3A97502838}"/>
              </a:ext>
            </a:extLst>
          </p:cNvPr>
          <p:cNvGrpSpPr/>
          <p:nvPr/>
        </p:nvGrpSpPr>
        <p:grpSpPr>
          <a:xfrm>
            <a:off x="1417459" y="3498695"/>
            <a:ext cx="2262335" cy="859323"/>
            <a:chOff x="1417459" y="3757314"/>
            <a:chExt cx="2262335" cy="859323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094E3E84-345E-525C-F85B-CA106FE68AE4}"/>
                </a:ext>
              </a:extLst>
            </p:cNvPr>
            <p:cNvSpPr/>
            <p:nvPr/>
          </p:nvSpPr>
          <p:spPr>
            <a:xfrm>
              <a:off x="1417459" y="3757314"/>
              <a:ext cx="2262335" cy="8593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01C8BABD-706E-31C6-FE52-E474596B0191}"/>
                </a:ext>
              </a:extLst>
            </p:cNvPr>
            <p:cNvSpPr/>
            <p:nvPr/>
          </p:nvSpPr>
          <p:spPr>
            <a:xfrm>
              <a:off x="1587932" y="3898902"/>
              <a:ext cx="553427" cy="57784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197B35E-9FEF-323F-8459-A7468C84B1E5}"/>
                </a:ext>
              </a:extLst>
            </p:cNvPr>
            <p:cNvGrpSpPr/>
            <p:nvPr/>
          </p:nvGrpSpPr>
          <p:grpSpPr>
            <a:xfrm>
              <a:off x="2268040" y="3844859"/>
              <a:ext cx="1052945" cy="712078"/>
              <a:chOff x="2268040" y="3844859"/>
              <a:chExt cx="1052945" cy="712078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62B22DF9-A28D-84DE-7103-EFE7D55AB25A}"/>
                  </a:ext>
                </a:extLst>
              </p:cNvPr>
              <p:cNvSpPr txBox="1"/>
              <p:nvPr/>
            </p:nvSpPr>
            <p:spPr>
              <a:xfrm>
                <a:off x="2268040" y="3844859"/>
                <a:ext cx="10529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根目录</a:t>
                </a: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836D498-4BA6-0009-D990-19E2DEBE1B21}"/>
                  </a:ext>
                </a:extLst>
              </p:cNvPr>
              <p:cNvSpPr txBox="1"/>
              <p:nvPr/>
            </p:nvSpPr>
            <p:spPr>
              <a:xfrm>
                <a:off x="2268040" y="4218383"/>
                <a:ext cx="10529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A9824083-6BCC-56FB-7F48-0919F5E75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26883" y="4100762"/>
              <a:ext cx="168000" cy="180000"/>
            </a:xfrm>
            <a:prstGeom prst="rect">
              <a:avLst/>
            </a:prstGeom>
          </p:spPr>
        </p:pic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5B0A0923-164E-146D-AE83-0EBC814B2819}"/>
              </a:ext>
            </a:extLst>
          </p:cNvPr>
          <p:cNvGrpSpPr/>
          <p:nvPr/>
        </p:nvGrpSpPr>
        <p:grpSpPr>
          <a:xfrm>
            <a:off x="3969716" y="3498695"/>
            <a:ext cx="2262335" cy="859323"/>
            <a:chOff x="3969716" y="3757314"/>
            <a:chExt cx="2262335" cy="859323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84DA83D5-0D81-71F9-0339-54FE1E45C946}"/>
                </a:ext>
              </a:extLst>
            </p:cNvPr>
            <p:cNvSpPr/>
            <p:nvPr/>
          </p:nvSpPr>
          <p:spPr>
            <a:xfrm>
              <a:off x="3969716" y="3757314"/>
              <a:ext cx="2262335" cy="8593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4B3AC3C1-209A-9C49-2581-57D00809A6A2}"/>
                </a:ext>
              </a:extLst>
            </p:cNvPr>
            <p:cNvSpPr/>
            <p:nvPr/>
          </p:nvSpPr>
          <p:spPr>
            <a:xfrm>
              <a:off x="4153466" y="3923824"/>
              <a:ext cx="553427" cy="57784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EE0C8AA2-C3D9-CE27-09C6-1610FE5F34AB}"/>
                </a:ext>
              </a:extLst>
            </p:cNvPr>
            <p:cNvGrpSpPr/>
            <p:nvPr/>
          </p:nvGrpSpPr>
          <p:grpSpPr>
            <a:xfrm>
              <a:off x="4825648" y="3844859"/>
              <a:ext cx="1196242" cy="635134"/>
              <a:chOff x="4825648" y="3844859"/>
              <a:chExt cx="1196242" cy="635134"/>
            </a:xfrm>
          </p:grpSpPr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A78F098-1A07-CC11-5835-22C97328F998}"/>
                  </a:ext>
                </a:extLst>
              </p:cNvPr>
              <p:cNvSpPr txBox="1"/>
              <p:nvPr/>
            </p:nvSpPr>
            <p:spPr>
              <a:xfrm>
                <a:off x="4825648" y="3844859"/>
                <a:ext cx="1196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图片目录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028D06F4-8D4F-24DD-B9D8-18DD7DC095B6}"/>
                  </a:ext>
                </a:extLst>
              </p:cNvPr>
              <p:cNvSpPr txBox="1"/>
              <p:nvPr/>
            </p:nvSpPr>
            <p:spPr>
              <a:xfrm>
                <a:off x="4825648" y="4218383"/>
                <a:ext cx="119624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Image</a:t>
                </a:r>
                <a:endPara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7F1A9578-246D-4C82-88B4-DCFFF9CC8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8206" y="4100762"/>
              <a:ext cx="168000" cy="180000"/>
            </a:xfrm>
            <a:prstGeom prst="rect">
              <a:avLst/>
            </a:prstGeom>
          </p:spPr>
        </p:pic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9616925-87D9-3717-F0EA-EE1C188AC776}"/>
              </a:ext>
            </a:extLst>
          </p:cNvPr>
          <p:cNvGrpSpPr/>
          <p:nvPr/>
        </p:nvGrpSpPr>
        <p:grpSpPr>
          <a:xfrm>
            <a:off x="6521974" y="3498695"/>
            <a:ext cx="2262335" cy="859323"/>
            <a:chOff x="6521974" y="3757314"/>
            <a:chExt cx="2262335" cy="859323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0E1253C4-8122-3FB4-4FCB-7DD75AD0F122}"/>
                </a:ext>
              </a:extLst>
            </p:cNvPr>
            <p:cNvSpPr/>
            <p:nvPr/>
          </p:nvSpPr>
          <p:spPr>
            <a:xfrm>
              <a:off x="6521974" y="3757314"/>
              <a:ext cx="2262335" cy="8593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C58B4EAA-B305-6526-B445-44B004DB0A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7915" y="3920777"/>
              <a:ext cx="608770" cy="57784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B7F97609-BB12-5D44-E010-F3ED465C7D97}"/>
                </a:ext>
              </a:extLst>
            </p:cNvPr>
            <p:cNvGrpSpPr/>
            <p:nvPr/>
          </p:nvGrpSpPr>
          <p:grpSpPr>
            <a:xfrm>
              <a:off x="7397247" y="3844859"/>
              <a:ext cx="1196242" cy="635134"/>
              <a:chOff x="7397247" y="3844859"/>
              <a:chExt cx="1196242" cy="635134"/>
            </a:xfrm>
          </p:grpSpPr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D9D96926-7F3E-D8EE-DDC1-57C1206F8C7E}"/>
                  </a:ext>
                </a:extLst>
              </p:cNvPr>
              <p:cNvSpPr txBox="1"/>
              <p:nvPr/>
            </p:nvSpPr>
            <p:spPr>
              <a:xfrm>
                <a:off x="7397247" y="3844859"/>
                <a:ext cx="1196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视频目录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D5F1FF0-CA9E-3D5D-7E95-E303AF617028}"/>
                  </a:ext>
                </a:extLst>
              </p:cNvPr>
              <p:cNvSpPr txBox="1"/>
              <p:nvPr/>
            </p:nvSpPr>
            <p:spPr>
              <a:xfrm>
                <a:off x="7397247" y="4218383"/>
                <a:ext cx="119624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Video</a:t>
                </a:r>
                <a:endPara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2A85507A-F46B-3324-ECBF-63EC86D2F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09529" y="4100762"/>
              <a:ext cx="168000" cy="180000"/>
            </a:xfrm>
            <a:prstGeom prst="rect">
              <a:avLst/>
            </a:prstGeom>
          </p:spPr>
        </p:pic>
      </p:grp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B8B45624-09D0-9426-7E18-2DE730E26B4C}"/>
              </a:ext>
            </a:extLst>
          </p:cNvPr>
          <p:cNvSpPr/>
          <p:nvPr/>
        </p:nvSpPr>
        <p:spPr>
          <a:xfrm>
            <a:off x="445643" y="1630426"/>
            <a:ext cx="812803" cy="61630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35544D03-B9DD-1C5F-8360-9B0CE2D6C5B3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2A59B678-0ED7-6039-17F7-DB4AB5ED479C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5" name="箭头: 虚尾 114">
              <a:extLst>
                <a:ext uri="{FF2B5EF4-FFF2-40B4-BE49-F238E27FC236}">
                  <a16:creationId xmlns:a16="http://schemas.microsoft.com/office/drawing/2014/main" id="{22CEAB37-690C-37D2-A431-FFF214ED0390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120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23F260-3480-57C7-98C3-F012711C614F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413A4C0-5040-9AC0-DB38-BE05E4817C29}"/>
              </a:ext>
            </a:extLst>
          </p:cNvPr>
          <p:cNvSpPr/>
          <p:nvPr/>
        </p:nvSpPr>
        <p:spPr>
          <a:xfrm>
            <a:off x="1306940" y="648041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B785547E-D8B6-36D6-81DE-52E287169088}"/>
              </a:ext>
            </a:extLst>
          </p:cNvPr>
          <p:cNvSpPr/>
          <p:nvPr/>
        </p:nvSpPr>
        <p:spPr>
          <a:xfrm>
            <a:off x="568035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E06C9C-1F48-0DF0-B87D-F7A78BF63D57}"/>
              </a:ext>
            </a:extLst>
          </p:cNvPr>
          <p:cNvSpPr txBox="1"/>
          <p:nvPr/>
        </p:nvSpPr>
        <p:spPr>
          <a:xfrm>
            <a:off x="85436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369567-BE19-2C1D-3A5C-F31D02593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78" name="组合 77">
            <a:extLst>
              <a:ext uri="{FF2B5EF4-FFF2-40B4-BE49-F238E27FC236}">
                <a16:creationId xmlns:a16="http://schemas.microsoft.com/office/drawing/2014/main" id="{02417ECF-7E68-765C-3FCB-63C79A8FF9FE}"/>
              </a:ext>
            </a:extLst>
          </p:cNvPr>
          <p:cNvGrpSpPr/>
          <p:nvPr/>
        </p:nvGrpSpPr>
        <p:grpSpPr>
          <a:xfrm>
            <a:off x="466428" y="2308046"/>
            <a:ext cx="812803" cy="752623"/>
            <a:chOff x="445643" y="1326711"/>
            <a:chExt cx="812803" cy="75262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C110CD87-4B5C-84BF-F444-596A549C39CB}"/>
                </a:ext>
              </a:extLst>
            </p:cNvPr>
            <p:cNvSpPr/>
            <p:nvPr/>
          </p:nvSpPr>
          <p:spPr>
            <a:xfrm>
              <a:off x="445643" y="1326711"/>
              <a:ext cx="812803" cy="752623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264BD23-C0CB-8520-44EA-3D842B07A469}"/>
                </a:ext>
              </a:extLst>
            </p:cNvPr>
            <p:cNvGrpSpPr/>
            <p:nvPr/>
          </p:nvGrpSpPr>
          <p:grpSpPr>
            <a:xfrm>
              <a:off x="477982" y="1428887"/>
              <a:ext cx="752760" cy="612683"/>
              <a:chOff x="477982" y="1351502"/>
              <a:chExt cx="752760" cy="612683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2744D5F-8822-5BCE-5207-9EAB1E9515D9}"/>
                  </a:ext>
                </a:extLst>
              </p:cNvPr>
              <p:cNvSpPr txBox="1"/>
              <p:nvPr/>
            </p:nvSpPr>
            <p:spPr>
              <a:xfrm>
                <a:off x="477982" y="1717964"/>
                <a:ext cx="7527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剧本管理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7AFB697-6AFD-DA53-E4DC-EE1C041116B8}"/>
                  </a:ext>
                </a:extLst>
              </p:cNvPr>
              <p:cNvSpPr/>
              <p:nvPr/>
            </p:nvSpPr>
            <p:spPr>
              <a:xfrm>
                <a:off x="554180" y="1351502"/>
                <a:ext cx="600364" cy="366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图标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F467F8-13D5-86B7-8144-675BF00CB166}"/>
              </a:ext>
            </a:extLst>
          </p:cNvPr>
          <p:cNvGrpSpPr/>
          <p:nvPr/>
        </p:nvGrpSpPr>
        <p:grpSpPr>
          <a:xfrm>
            <a:off x="496449" y="3232672"/>
            <a:ext cx="752760" cy="612683"/>
            <a:chOff x="477982" y="1351502"/>
            <a:chExt cx="752760" cy="61268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DEABA86-A9B0-49F0-4220-D6A3DC5D2109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人物素材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037E84B-F4BA-74E0-DC2D-D4BB9209405D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6869775-2D39-641C-62FD-D87816617883}"/>
              </a:ext>
            </a:extLst>
          </p:cNvPr>
          <p:cNvGrpSpPr/>
          <p:nvPr/>
        </p:nvGrpSpPr>
        <p:grpSpPr>
          <a:xfrm>
            <a:off x="496449" y="4017358"/>
            <a:ext cx="752760" cy="612683"/>
            <a:chOff x="477982" y="1351502"/>
            <a:chExt cx="752760" cy="61268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123CB95-E782-8CB9-1408-A6050F4DA2E3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视频文件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19541B8-1325-82EA-EAEC-2367FA03E295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7D052C-FE60-73A8-1ED8-0199235A277B}"/>
              </a:ext>
            </a:extLst>
          </p:cNvPr>
          <p:cNvGrpSpPr/>
          <p:nvPr/>
        </p:nvGrpSpPr>
        <p:grpSpPr>
          <a:xfrm>
            <a:off x="496449" y="4802043"/>
            <a:ext cx="752760" cy="612683"/>
            <a:chOff x="477982" y="1351502"/>
            <a:chExt cx="752760" cy="612683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321289-FD10-402B-1B28-26D25D09BDEA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平台指标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8278132-1003-4654-F27E-94938D0BAFDD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6ACD12D-A896-D50E-907B-6ADCDD8B2F76}"/>
              </a:ext>
            </a:extLst>
          </p:cNvPr>
          <p:cNvGrpSpPr/>
          <p:nvPr/>
        </p:nvGrpSpPr>
        <p:grpSpPr>
          <a:xfrm>
            <a:off x="505687" y="886218"/>
            <a:ext cx="752760" cy="675750"/>
            <a:chOff x="450267" y="5636401"/>
            <a:chExt cx="752760" cy="675750"/>
          </a:xfrm>
        </p:grpSpPr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C96F9235-0BCA-8A39-8AD8-725881799A74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258D826-9264-D8DC-67CA-29DE830CB162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5B7F795D-C32F-843D-3949-30ADC0CA0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11315DC5-80AF-7F4F-51B3-1CE13AE8E720}"/>
              </a:ext>
            </a:extLst>
          </p:cNvPr>
          <p:cNvGrpSpPr/>
          <p:nvPr/>
        </p:nvGrpSpPr>
        <p:grpSpPr>
          <a:xfrm>
            <a:off x="1310152" y="950504"/>
            <a:ext cx="7087559" cy="5680392"/>
            <a:chOff x="1310152" y="635465"/>
            <a:chExt cx="7087559" cy="59954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F46BA89-E5CB-9A39-39C0-6E54DE87B536}"/>
                </a:ext>
              </a:extLst>
            </p:cNvPr>
            <p:cNvSpPr/>
            <p:nvPr/>
          </p:nvSpPr>
          <p:spPr>
            <a:xfrm>
              <a:off x="1310152" y="648040"/>
              <a:ext cx="3638182" cy="5982856"/>
            </a:xfrm>
            <a:prstGeom prst="roundRect">
              <a:avLst>
                <a:gd name="adj" fmla="val 2799"/>
              </a:avLst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F80E73F-47C1-E679-B18A-835B91C15676}"/>
                </a:ext>
              </a:extLst>
            </p:cNvPr>
            <p:cNvSpPr/>
            <p:nvPr/>
          </p:nvSpPr>
          <p:spPr>
            <a:xfrm>
              <a:off x="4948334" y="635465"/>
              <a:ext cx="3449377" cy="5982856"/>
            </a:xfrm>
            <a:prstGeom prst="roundRect">
              <a:avLst>
                <a:gd name="adj" fmla="val 2799"/>
              </a:avLst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41DEFFB-ACB1-BF97-9D32-9D384A4F1F21}"/>
              </a:ext>
            </a:extLst>
          </p:cNvPr>
          <p:cNvSpPr/>
          <p:nvPr/>
        </p:nvSpPr>
        <p:spPr>
          <a:xfrm>
            <a:off x="1306940" y="655542"/>
            <a:ext cx="9352688" cy="291609"/>
          </a:xfrm>
          <a:prstGeom prst="roundRect">
            <a:avLst>
              <a:gd name="adj" fmla="val 34632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37370F6-215B-8C80-16AA-395F4931FD91}"/>
              </a:ext>
            </a:extLst>
          </p:cNvPr>
          <p:cNvSpPr txBox="1"/>
          <p:nvPr/>
        </p:nvSpPr>
        <p:spPr>
          <a:xfrm>
            <a:off x="1979002" y="3135225"/>
            <a:ext cx="231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小说原内容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3CA36CD-95EE-255F-7492-28D3D8A2F186}"/>
              </a:ext>
            </a:extLst>
          </p:cNvPr>
          <p:cNvSpPr txBox="1"/>
          <p:nvPr/>
        </p:nvSpPr>
        <p:spPr>
          <a:xfrm>
            <a:off x="5617184" y="3161546"/>
            <a:ext cx="194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剧本内容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96AFF65-B23C-3D2F-8A2D-5A8F464990AD}"/>
              </a:ext>
            </a:extLst>
          </p:cNvPr>
          <p:cNvGrpSpPr/>
          <p:nvPr/>
        </p:nvGrpSpPr>
        <p:grpSpPr>
          <a:xfrm>
            <a:off x="1599714" y="673505"/>
            <a:ext cx="767680" cy="276999"/>
            <a:chOff x="3048000" y="1654375"/>
            <a:chExt cx="804863" cy="302683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E7738ADE-43C7-EEFF-6D34-97D86C219F49}"/>
                </a:ext>
              </a:extLst>
            </p:cNvPr>
            <p:cNvSpPr/>
            <p:nvPr/>
          </p:nvSpPr>
          <p:spPr>
            <a:xfrm>
              <a:off x="3048000" y="1658679"/>
              <a:ext cx="804863" cy="273339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9285444-86A6-4251-7EB8-F304FF2753E5}"/>
                </a:ext>
              </a:extLst>
            </p:cNvPr>
            <p:cNvSpPr txBox="1"/>
            <p:nvPr/>
          </p:nvSpPr>
          <p:spPr>
            <a:xfrm>
              <a:off x="3118718" y="1654375"/>
              <a:ext cx="675818" cy="302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2">
                      <a:lumMod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第一章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32A646F-559B-9DCB-2333-64918191A2F2}"/>
              </a:ext>
            </a:extLst>
          </p:cNvPr>
          <p:cNvGrpSpPr/>
          <p:nvPr/>
        </p:nvGrpSpPr>
        <p:grpSpPr>
          <a:xfrm>
            <a:off x="2501265" y="668443"/>
            <a:ext cx="767680" cy="276999"/>
            <a:chOff x="3048000" y="1654375"/>
            <a:chExt cx="804863" cy="302683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D7B16BA1-B1C9-6D71-1FD6-5EEA448350A4}"/>
                </a:ext>
              </a:extLst>
            </p:cNvPr>
            <p:cNvSpPr/>
            <p:nvPr/>
          </p:nvSpPr>
          <p:spPr>
            <a:xfrm>
              <a:off x="3048000" y="1658679"/>
              <a:ext cx="804863" cy="273339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64E7BC3C-9AAB-9476-CECA-91289868AFBF}"/>
                </a:ext>
              </a:extLst>
            </p:cNvPr>
            <p:cNvSpPr txBox="1"/>
            <p:nvPr/>
          </p:nvSpPr>
          <p:spPr>
            <a:xfrm>
              <a:off x="3118718" y="1654375"/>
              <a:ext cx="675818" cy="302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2">
                      <a:lumMod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第二章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8E0F0A7-510B-EBE6-08D5-8572D6CDEF7A}"/>
              </a:ext>
            </a:extLst>
          </p:cNvPr>
          <p:cNvGrpSpPr/>
          <p:nvPr/>
        </p:nvGrpSpPr>
        <p:grpSpPr>
          <a:xfrm>
            <a:off x="3401207" y="670152"/>
            <a:ext cx="767680" cy="276999"/>
            <a:chOff x="3048000" y="1654375"/>
            <a:chExt cx="804863" cy="302683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F5867811-AC06-EFB3-6C72-364D91A90376}"/>
                </a:ext>
              </a:extLst>
            </p:cNvPr>
            <p:cNvSpPr/>
            <p:nvPr/>
          </p:nvSpPr>
          <p:spPr>
            <a:xfrm>
              <a:off x="3048000" y="1658679"/>
              <a:ext cx="804863" cy="273339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8302BA8-FC8E-6567-4AA0-12D03F1F2805}"/>
                </a:ext>
              </a:extLst>
            </p:cNvPr>
            <p:cNvSpPr txBox="1"/>
            <p:nvPr/>
          </p:nvSpPr>
          <p:spPr>
            <a:xfrm>
              <a:off x="3118718" y="1654375"/>
              <a:ext cx="675818" cy="302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2">
                      <a:lumMod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第三章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2AF406B-C1D7-453D-8404-FD4C33C5D8F1}"/>
              </a:ext>
            </a:extLst>
          </p:cNvPr>
          <p:cNvGrpSpPr/>
          <p:nvPr/>
        </p:nvGrpSpPr>
        <p:grpSpPr>
          <a:xfrm>
            <a:off x="4293578" y="670151"/>
            <a:ext cx="767680" cy="276999"/>
            <a:chOff x="3048000" y="1654375"/>
            <a:chExt cx="804863" cy="302683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267E72C0-3ABB-1CF1-10D3-C687F3650617}"/>
                </a:ext>
              </a:extLst>
            </p:cNvPr>
            <p:cNvSpPr/>
            <p:nvPr/>
          </p:nvSpPr>
          <p:spPr>
            <a:xfrm>
              <a:off x="3048000" y="1658679"/>
              <a:ext cx="804863" cy="273339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BED5A6C-9496-367B-D3D1-726D8CA545B7}"/>
                </a:ext>
              </a:extLst>
            </p:cNvPr>
            <p:cNvSpPr txBox="1"/>
            <p:nvPr/>
          </p:nvSpPr>
          <p:spPr>
            <a:xfrm>
              <a:off x="3118718" y="1654375"/>
              <a:ext cx="675818" cy="302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2">
                      <a:lumMod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第四章</a:t>
              </a:r>
            </a:p>
          </p:txBody>
        </p:sp>
      </p:grp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1685C25-8187-57F8-12C8-720ED0402020}"/>
              </a:ext>
            </a:extLst>
          </p:cNvPr>
          <p:cNvSpPr/>
          <p:nvPr/>
        </p:nvSpPr>
        <p:spPr>
          <a:xfrm>
            <a:off x="8401149" y="945442"/>
            <a:ext cx="2269008" cy="5685454"/>
          </a:xfrm>
          <a:prstGeom prst="roundRect">
            <a:avLst>
              <a:gd name="adj" fmla="val 2799"/>
            </a:avLst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4636F24-8E6E-D73A-4104-BA33034C944A}"/>
              </a:ext>
            </a:extLst>
          </p:cNvPr>
          <p:cNvSpPr txBox="1"/>
          <p:nvPr/>
        </p:nvSpPr>
        <p:spPr>
          <a:xfrm>
            <a:off x="8613704" y="3197526"/>
            <a:ext cx="194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图像素材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AB7AB4E-9FD8-060E-1C0C-76F7F7B9AF01}"/>
              </a:ext>
            </a:extLst>
          </p:cNvPr>
          <p:cNvGrpSpPr/>
          <p:nvPr/>
        </p:nvGrpSpPr>
        <p:grpSpPr>
          <a:xfrm>
            <a:off x="10232046" y="638565"/>
            <a:ext cx="316167" cy="293602"/>
            <a:chOff x="1467484" y="655693"/>
            <a:chExt cx="822035" cy="455327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BAA32DA4-7073-C4FF-B482-6E94560F8E17}"/>
                </a:ext>
              </a:extLst>
            </p:cNvPr>
            <p:cNvSpPr/>
            <p:nvPr/>
          </p:nvSpPr>
          <p:spPr>
            <a:xfrm>
              <a:off x="1467484" y="726519"/>
              <a:ext cx="822035" cy="36933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01691428-8EE3-E702-B59F-E2794D6ABF12}"/>
                </a:ext>
              </a:extLst>
            </p:cNvPr>
            <p:cNvSpPr txBox="1"/>
            <p:nvPr/>
          </p:nvSpPr>
          <p:spPr>
            <a:xfrm>
              <a:off x="1501815" y="655693"/>
              <a:ext cx="652537" cy="45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endPara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81" name="图片 80">
            <a:extLst>
              <a:ext uri="{FF2B5EF4-FFF2-40B4-BE49-F238E27FC236}">
                <a16:creationId xmlns:a16="http://schemas.microsoft.com/office/drawing/2014/main" id="{1904E343-70BD-5FB6-324A-5BF74A2BD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grpSp>
        <p:nvGrpSpPr>
          <p:cNvPr id="88" name="组合 87">
            <a:extLst>
              <a:ext uri="{FF2B5EF4-FFF2-40B4-BE49-F238E27FC236}">
                <a16:creationId xmlns:a16="http://schemas.microsoft.com/office/drawing/2014/main" id="{04F3C9F5-0BF8-44FA-E020-FCBD60B3156D}"/>
              </a:ext>
            </a:extLst>
          </p:cNvPr>
          <p:cNvGrpSpPr/>
          <p:nvPr/>
        </p:nvGrpSpPr>
        <p:grpSpPr>
          <a:xfrm>
            <a:off x="10634391" y="673505"/>
            <a:ext cx="1055432" cy="5957391"/>
            <a:chOff x="10577241" y="673505"/>
            <a:chExt cx="1055432" cy="595739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76CD175-BE03-659A-94AB-F7DAC019EC80}"/>
                </a:ext>
              </a:extLst>
            </p:cNvPr>
            <p:cNvSpPr/>
            <p:nvPr/>
          </p:nvSpPr>
          <p:spPr>
            <a:xfrm>
              <a:off x="10618855" y="673505"/>
              <a:ext cx="868218" cy="5957391"/>
            </a:xfrm>
            <a:prstGeom prst="roundRect">
              <a:avLst>
                <a:gd name="adj" fmla="val 1447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169A31F-9D92-5D63-FD84-FED97658716B}"/>
                </a:ext>
              </a:extLst>
            </p:cNvPr>
            <p:cNvGrpSpPr/>
            <p:nvPr/>
          </p:nvGrpSpPr>
          <p:grpSpPr>
            <a:xfrm>
              <a:off x="10577241" y="994809"/>
              <a:ext cx="1041815" cy="1069658"/>
              <a:chOff x="10605238" y="957865"/>
              <a:chExt cx="1004869" cy="1069658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2E1FD2CD-5F45-EF62-EF00-CA7D4C63DCF0}"/>
                  </a:ext>
                </a:extLst>
              </p:cNvPr>
              <p:cNvSpPr/>
              <p:nvPr/>
            </p:nvSpPr>
            <p:spPr>
              <a:xfrm>
                <a:off x="10684337" y="957865"/>
                <a:ext cx="737254" cy="74515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</a:t>
                </a:r>
                <a:endPara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EF60BF6-F909-BEF7-E7A7-683785DB1DC4}"/>
                  </a:ext>
                </a:extLst>
              </p:cNvPr>
              <p:cNvSpPr txBox="1"/>
              <p:nvPr/>
            </p:nvSpPr>
            <p:spPr>
              <a:xfrm>
                <a:off x="10605238" y="1750524"/>
                <a:ext cx="1004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Name</a:t>
                </a:r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96DB424-0890-2DCA-CCF4-1786A102EE4A}"/>
                </a:ext>
              </a:extLst>
            </p:cNvPr>
            <p:cNvGrpSpPr/>
            <p:nvPr/>
          </p:nvGrpSpPr>
          <p:grpSpPr>
            <a:xfrm>
              <a:off x="10590858" y="2152841"/>
              <a:ext cx="1041815" cy="1069658"/>
              <a:chOff x="10605238" y="957865"/>
              <a:chExt cx="1004869" cy="1069658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CE002437-578E-5B86-9E16-55ECE2BFF6B0}"/>
                  </a:ext>
                </a:extLst>
              </p:cNvPr>
              <p:cNvSpPr/>
              <p:nvPr/>
            </p:nvSpPr>
            <p:spPr>
              <a:xfrm>
                <a:off x="10684337" y="957865"/>
                <a:ext cx="737254" cy="74515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</a:t>
                </a:r>
                <a:endPara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82FF0D1-72E3-3159-1895-C2BBC691E322}"/>
                  </a:ext>
                </a:extLst>
              </p:cNvPr>
              <p:cNvSpPr txBox="1"/>
              <p:nvPr/>
            </p:nvSpPr>
            <p:spPr>
              <a:xfrm>
                <a:off x="10605238" y="1750524"/>
                <a:ext cx="1004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Name</a:t>
                </a:r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883C220-C4F6-85EB-6F47-E9EB41DC15C1}"/>
                </a:ext>
              </a:extLst>
            </p:cNvPr>
            <p:cNvGrpSpPr/>
            <p:nvPr/>
          </p:nvGrpSpPr>
          <p:grpSpPr>
            <a:xfrm>
              <a:off x="10590858" y="3310873"/>
              <a:ext cx="1041815" cy="1069658"/>
              <a:chOff x="10618855" y="3273929"/>
              <a:chExt cx="1041815" cy="1069658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15583BF2-D3E0-0BC5-9BBD-ACC347D376D6}"/>
                  </a:ext>
                </a:extLst>
              </p:cNvPr>
              <p:cNvSpPr/>
              <p:nvPr/>
            </p:nvSpPr>
            <p:spPr>
              <a:xfrm>
                <a:off x="10700862" y="3273929"/>
                <a:ext cx="764361" cy="74515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</a:t>
                </a:r>
                <a:endPara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CB70E81-A50F-5F25-EE68-6E69D2C73B52}"/>
                  </a:ext>
                </a:extLst>
              </p:cNvPr>
              <p:cNvSpPr txBox="1"/>
              <p:nvPr/>
            </p:nvSpPr>
            <p:spPr>
              <a:xfrm>
                <a:off x="10618855" y="4066588"/>
                <a:ext cx="10418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Name</a:t>
                </a:r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FAD6635C-163D-26AF-6740-D2776147B9F4}"/>
                </a:ext>
              </a:extLst>
            </p:cNvPr>
            <p:cNvGrpSpPr/>
            <p:nvPr/>
          </p:nvGrpSpPr>
          <p:grpSpPr>
            <a:xfrm>
              <a:off x="10674283" y="5786151"/>
              <a:ext cx="767798" cy="769441"/>
              <a:chOff x="10687244" y="5503272"/>
              <a:chExt cx="767798" cy="769441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28ACB778-1386-2D75-194D-2AD4DA668343}"/>
                  </a:ext>
                </a:extLst>
              </p:cNvPr>
              <p:cNvSpPr/>
              <p:nvPr/>
            </p:nvSpPr>
            <p:spPr>
              <a:xfrm>
                <a:off x="10687244" y="5527556"/>
                <a:ext cx="764361" cy="74515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C9D1499-2E3E-B12C-CDFF-8D12EA0CB1B7}"/>
                  </a:ext>
                </a:extLst>
              </p:cNvPr>
              <p:cNvSpPr txBox="1"/>
              <p:nvPr/>
            </p:nvSpPr>
            <p:spPr>
              <a:xfrm>
                <a:off x="10797247" y="5503272"/>
                <a:ext cx="65779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endParaRPr lang="zh-CN" altLang="en-US" sz="4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120F0ECA-FEFA-D2B6-1E72-B524D4337196}"/>
                </a:ext>
              </a:extLst>
            </p:cNvPr>
            <p:cNvSpPr/>
            <p:nvPr/>
          </p:nvSpPr>
          <p:spPr>
            <a:xfrm rot="8111113">
              <a:off x="10635377" y="782566"/>
              <a:ext cx="81538" cy="87653"/>
            </a:xfrm>
            <a:custGeom>
              <a:avLst/>
              <a:gdLst>
                <a:gd name="csX0" fmla="*/ 0 w 127000"/>
                <a:gd name="csY0" fmla="*/ 136525 h 136525"/>
                <a:gd name="csX1" fmla="*/ 0 w 127000"/>
                <a:gd name="csY1" fmla="*/ 3175 h 136525"/>
                <a:gd name="csX2" fmla="*/ 127000 w 127000"/>
                <a:gd name="csY2" fmla="*/ 0 h 136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7000" h="136525">
                  <a:moveTo>
                    <a:pt x="0" y="136525"/>
                  </a:moveTo>
                  <a:lnTo>
                    <a:pt x="0" y="3175"/>
                  </a:lnTo>
                  <a:lnTo>
                    <a:pt x="12700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73861E4-ABD2-0F2E-8DFB-1D47B22701BC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26CE08B3-8EE8-2A0B-F5EE-74ACB1068714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1" name="箭头: 虚尾 90">
              <a:extLst>
                <a:ext uri="{FF2B5EF4-FFF2-40B4-BE49-F238E27FC236}">
                  <a16:creationId xmlns:a16="http://schemas.microsoft.com/office/drawing/2014/main" id="{B63F9BAF-CE24-3E9A-A2D5-8466506DF5A7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509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3940-C1D1-6BBD-98FD-1954DE9F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362E60C-F30D-04F2-759E-60A69D2B82AE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E9B1E45-07A0-EBB7-EDDD-23042136C657}"/>
              </a:ext>
            </a:extLst>
          </p:cNvPr>
          <p:cNvSpPr/>
          <p:nvPr/>
        </p:nvSpPr>
        <p:spPr>
          <a:xfrm>
            <a:off x="1320796" y="665017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C787696D-8707-CDD5-32A9-FC2781611CBB}"/>
              </a:ext>
            </a:extLst>
          </p:cNvPr>
          <p:cNvSpPr/>
          <p:nvPr/>
        </p:nvSpPr>
        <p:spPr>
          <a:xfrm>
            <a:off x="568035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21EF78-0C6C-BA9F-EEBD-5AC271E1014F}"/>
              </a:ext>
            </a:extLst>
          </p:cNvPr>
          <p:cNvSpPr txBox="1"/>
          <p:nvPr/>
        </p:nvSpPr>
        <p:spPr>
          <a:xfrm>
            <a:off x="85436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52BD23-BEFD-8E23-9272-6D8D4BE7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EEE98C9F-6BE0-660C-120A-5478186F8280}"/>
              </a:ext>
            </a:extLst>
          </p:cNvPr>
          <p:cNvGrpSpPr/>
          <p:nvPr/>
        </p:nvGrpSpPr>
        <p:grpSpPr>
          <a:xfrm>
            <a:off x="477982" y="2357074"/>
            <a:ext cx="752760" cy="628072"/>
            <a:chOff x="477982" y="1351502"/>
            <a:chExt cx="752760" cy="62807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9E1622E-940D-0AED-DC4C-B69263D1AD2F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剧本管理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F3DF5B3-833C-B82C-43C9-4D8A54A4FAF7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85CF8F8A-626D-FAA4-7EFC-54E46542850B}"/>
              </a:ext>
            </a:extLst>
          </p:cNvPr>
          <p:cNvGrpSpPr/>
          <p:nvPr/>
        </p:nvGrpSpPr>
        <p:grpSpPr>
          <a:xfrm>
            <a:off x="445643" y="3106567"/>
            <a:ext cx="812803" cy="752623"/>
            <a:chOff x="445643" y="2245289"/>
            <a:chExt cx="812803" cy="75262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5F5ADFB-20BE-F171-A99E-179A895C8CA9}"/>
                </a:ext>
              </a:extLst>
            </p:cNvPr>
            <p:cNvSpPr/>
            <p:nvPr/>
          </p:nvSpPr>
          <p:spPr>
            <a:xfrm>
              <a:off x="445643" y="2245289"/>
              <a:ext cx="812803" cy="752623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7C3EFCE-5460-6492-513B-FEC78553AE5A}"/>
                </a:ext>
              </a:extLst>
            </p:cNvPr>
            <p:cNvGrpSpPr/>
            <p:nvPr/>
          </p:nvGrpSpPr>
          <p:grpSpPr>
            <a:xfrm>
              <a:off x="477982" y="2346036"/>
              <a:ext cx="752760" cy="628072"/>
              <a:chOff x="477982" y="1351502"/>
              <a:chExt cx="752760" cy="62807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3F7CC5-3863-2A7E-1BDF-32B54C948140}"/>
                  </a:ext>
                </a:extLst>
              </p:cNvPr>
              <p:cNvSpPr txBox="1"/>
              <p:nvPr/>
            </p:nvSpPr>
            <p:spPr>
              <a:xfrm>
                <a:off x="477982" y="1717964"/>
                <a:ext cx="752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人物素材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EDCDE3D-2DD5-82B0-0DD1-66A6903B6C2F}"/>
                  </a:ext>
                </a:extLst>
              </p:cNvPr>
              <p:cNvSpPr/>
              <p:nvPr/>
            </p:nvSpPr>
            <p:spPr>
              <a:xfrm>
                <a:off x="554180" y="1351502"/>
                <a:ext cx="600364" cy="366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图标</a:t>
                </a:r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B4FDEB-EF40-ECC9-00EE-E74B8DA8B603}"/>
              </a:ext>
            </a:extLst>
          </p:cNvPr>
          <p:cNvGrpSpPr/>
          <p:nvPr/>
        </p:nvGrpSpPr>
        <p:grpSpPr>
          <a:xfrm>
            <a:off x="484910" y="3980611"/>
            <a:ext cx="752760" cy="628072"/>
            <a:chOff x="477982" y="1351502"/>
            <a:chExt cx="752760" cy="62807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3C0F4EB-6DA1-AC1A-7271-D05911D38BBB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视频文件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065B191-3BED-CBC8-76A0-8F223C3A781E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57787E-40CB-0889-2FFB-87345D4C452E}"/>
              </a:ext>
            </a:extLst>
          </p:cNvPr>
          <p:cNvGrpSpPr/>
          <p:nvPr/>
        </p:nvGrpSpPr>
        <p:grpSpPr>
          <a:xfrm>
            <a:off x="505687" y="4730105"/>
            <a:ext cx="752760" cy="628072"/>
            <a:chOff x="477982" y="1351502"/>
            <a:chExt cx="752760" cy="62807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00EC23B-2E89-2088-4092-629E66620358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平台指标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C954446-3CF4-4D39-D85F-FBF04C22E522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BC3DAE6-C8C2-3D8C-64F2-703612575FFF}"/>
              </a:ext>
            </a:extLst>
          </p:cNvPr>
          <p:cNvGrpSpPr/>
          <p:nvPr/>
        </p:nvGrpSpPr>
        <p:grpSpPr>
          <a:xfrm>
            <a:off x="484910" y="937126"/>
            <a:ext cx="752760" cy="675750"/>
            <a:chOff x="450267" y="5636401"/>
            <a:chExt cx="752760" cy="675750"/>
          </a:xfrm>
        </p:grpSpPr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1705E9B3-35E0-2D80-0CF0-D494076D6B33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BDB72E7-2F42-0A24-B4AA-3949D7DEAE69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D5855EDF-9F22-8560-76A1-A2EB678B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D40B11BF-F23D-FFC0-F5A4-5F5FE56808B9}"/>
              </a:ext>
            </a:extLst>
          </p:cNvPr>
          <p:cNvSpPr/>
          <p:nvPr/>
        </p:nvSpPr>
        <p:spPr>
          <a:xfrm>
            <a:off x="1313867" y="665016"/>
            <a:ext cx="2676245" cy="5982855"/>
          </a:xfrm>
          <a:prstGeom prst="roundRect">
            <a:avLst>
              <a:gd name="adj" fmla="val 596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84625F6-6C3E-7D0F-ED96-2B0D6FEF2C39}"/>
              </a:ext>
            </a:extLst>
          </p:cNvPr>
          <p:cNvSpPr/>
          <p:nvPr/>
        </p:nvSpPr>
        <p:spPr>
          <a:xfrm>
            <a:off x="1390065" y="799658"/>
            <a:ext cx="1147626" cy="11476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337FB57-4B8C-DDA2-1520-870205904E6C}"/>
              </a:ext>
            </a:extLst>
          </p:cNvPr>
          <p:cNvSpPr/>
          <p:nvPr/>
        </p:nvSpPr>
        <p:spPr>
          <a:xfrm>
            <a:off x="2680851" y="799658"/>
            <a:ext cx="1147626" cy="11476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4004CFA-24ED-1FE0-4B14-77027C9493BC}"/>
              </a:ext>
            </a:extLst>
          </p:cNvPr>
          <p:cNvSpPr/>
          <p:nvPr/>
        </p:nvSpPr>
        <p:spPr>
          <a:xfrm>
            <a:off x="1417769" y="2216749"/>
            <a:ext cx="1147626" cy="114762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B93E56B-88DA-8327-321D-0E4373CB615E}"/>
              </a:ext>
            </a:extLst>
          </p:cNvPr>
          <p:cNvSpPr/>
          <p:nvPr/>
        </p:nvSpPr>
        <p:spPr>
          <a:xfrm>
            <a:off x="2708555" y="2216749"/>
            <a:ext cx="1147626" cy="11476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CD14DCF-FD64-754F-5FD1-9B0C36F09913}"/>
              </a:ext>
            </a:extLst>
          </p:cNvPr>
          <p:cNvSpPr/>
          <p:nvPr/>
        </p:nvSpPr>
        <p:spPr>
          <a:xfrm>
            <a:off x="1445473" y="3633844"/>
            <a:ext cx="1147626" cy="114762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AA7426B-36D3-226D-12A2-914F71DE3781}"/>
              </a:ext>
            </a:extLst>
          </p:cNvPr>
          <p:cNvSpPr/>
          <p:nvPr/>
        </p:nvSpPr>
        <p:spPr>
          <a:xfrm>
            <a:off x="2736259" y="3633844"/>
            <a:ext cx="1147626" cy="114762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44EBA5-9DFD-B571-C6E3-1945AA7EACB7}"/>
              </a:ext>
            </a:extLst>
          </p:cNvPr>
          <p:cNvSpPr txBox="1"/>
          <p:nvPr/>
        </p:nvSpPr>
        <p:spPr>
          <a:xfrm>
            <a:off x="1620764" y="1926502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55880ED-7D3C-77C8-B426-2B82C388AA88}"/>
              </a:ext>
            </a:extLst>
          </p:cNvPr>
          <p:cNvSpPr txBox="1"/>
          <p:nvPr/>
        </p:nvSpPr>
        <p:spPr>
          <a:xfrm>
            <a:off x="2926250" y="1926502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BA53BE1-D16F-A241-459B-4C280C836857}"/>
              </a:ext>
            </a:extLst>
          </p:cNvPr>
          <p:cNvSpPr txBox="1"/>
          <p:nvPr/>
        </p:nvSpPr>
        <p:spPr>
          <a:xfrm>
            <a:off x="1633037" y="3355126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576BFEB-D8C3-1E16-181F-EFF877C5B040}"/>
              </a:ext>
            </a:extLst>
          </p:cNvPr>
          <p:cNvSpPr txBox="1"/>
          <p:nvPr/>
        </p:nvSpPr>
        <p:spPr>
          <a:xfrm>
            <a:off x="2938523" y="3355126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ECCAB-05C1-D2D0-3E4E-B9C8A8B3BDDC}"/>
              </a:ext>
            </a:extLst>
          </p:cNvPr>
          <p:cNvSpPr txBox="1"/>
          <p:nvPr/>
        </p:nvSpPr>
        <p:spPr>
          <a:xfrm>
            <a:off x="1661066" y="4798446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CC7EF06-ECA9-91C1-1EB4-58633129BDF7}"/>
              </a:ext>
            </a:extLst>
          </p:cNvPr>
          <p:cNvSpPr txBox="1"/>
          <p:nvPr/>
        </p:nvSpPr>
        <p:spPr>
          <a:xfrm>
            <a:off x="2966552" y="4798446"/>
            <a:ext cx="741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1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83365D7-E857-825D-29D2-7C9D86BD03DE}"/>
              </a:ext>
            </a:extLst>
          </p:cNvPr>
          <p:cNvSpPr/>
          <p:nvPr/>
        </p:nvSpPr>
        <p:spPr>
          <a:xfrm>
            <a:off x="3373991" y="6058342"/>
            <a:ext cx="526480" cy="509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55AAE5F-7F8E-CA25-BDE8-F59E384D1A06}"/>
              </a:ext>
            </a:extLst>
          </p:cNvPr>
          <p:cNvSpPr txBox="1"/>
          <p:nvPr/>
        </p:nvSpPr>
        <p:spPr>
          <a:xfrm>
            <a:off x="3431042" y="6016177"/>
            <a:ext cx="49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3F74E1E-87E3-C468-C16C-DA21D001CAB8}"/>
              </a:ext>
            </a:extLst>
          </p:cNvPr>
          <p:cNvSpPr/>
          <p:nvPr/>
        </p:nvSpPr>
        <p:spPr>
          <a:xfrm>
            <a:off x="4020398" y="661892"/>
            <a:ext cx="7543528" cy="1566478"/>
          </a:xfrm>
          <a:prstGeom prst="roundRect">
            <a:avLst>
              <a:gd name="adj" fmla="val 7633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E31770E6-E325-0F18-34E6-F31420BAEE75}"/>
              </a:ext>
            </a:extLst>
          </p:cNvPr>
          <p:cNvSpPr/>
          <p:nvPr/>
        </p:nvSpPr>
        <p:spPr>
          <a:xfrm>
            <a:off x="4020397" y="2271713"/>
            <a:ext cx="7543529" cy="4376158"/>
          </a:xfrm>
          <a:prstGeom prst="roundRect">
            <a:avLst>
              <a:gd name="adj" fmla="val 331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1A356EB-8013-4FC9-24B2-E63ABD060272}"/>
              </a:ext>
            </a:extLst>
          </p:cNvPr>
          <p:cNvSpPr txBox="1"/>
          <p:nvPr/>
        </p:nvSpPr>
        <p:spPr>
          <a:xfrm>
            <a:off x="5434580" y="1081083"/>
            <a:ext cx="4096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角色性格设定（文字）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E313701-14DF-55C4-ABA7-7C8ADA52AAC1}"/>
              </a:ext>
            </a:extLst>
          </p:cNvPr>
          <p:cNvSpPr txBox="1"/>
          <p:nvPr/>
        </p:nvSpPr>
        <p:spPr>
          <a:xfrm>
            <a:off x="5986606" y="4182918"/>
            <a:ext cx="3544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角色图像（图片）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8FBC1A7-F9AA-DB73-B9A0-5B4B32C4B1A7}"/>
              </a:ext>
            </a:extLst>
          </p:cNvPr>
          <p:cNvGrpSpPr/>
          <p:nvPr/>
        </p:nvGrpSpPr>
        <p:grpSpPr>
          <a:xfrm>
            <a:off x="4286954" y="2400295"/>
            <a:ext cx="1147626" cy="1436503"/>
            <a:chOff x="4286954" y="2400295"/>
            <a:chExt cx="1147626" cy="1436503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CD0D228B-5FF7-16C8-CEE8-C9B36506AA22}"/>
                </a:ext>
              </a:extLst>
            </p:cNvPr>
            <p:cNvSpPr/>
            <p:nvPr/>
          </p:nvSpPr>
          <p:spPr>
            <a:xfrm>
              <a:off x="4286954" y="2400295"/>
              <a:ext cx="1147626" cy="114762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D3868822-F42F-4551-3B89-148E224BB93E}"/>
                </a:ext>
              </a:extLst>
            </p:cNvPr>
            <p:cNvSpPr txBox="1"/>
            <p:nvPr/>
          </p:nvSpPr>
          <p:spPr>
            <a:xfrm>
              <a:off x="4447736" y="3529021"/>
              <a:ext cx="90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图像名称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310B4CF-A34A-23DB-E0CC-3AC760A9E65D}"/>
              </a:ext>
            </a:extLst>
          </p:cNvPr>
          <p:cNvGrpSpPr/>
          <p:nvPr/>
        </p:nvGrpSpPr>
        <p:grpSpPr>
          <a:xfrm>
            <a:off x="5629702" y="2400295"/>
            <a:ext cx="1147626" cy="1436503"/>
            <a:chOff x="5629702" y="2400295"/>
            <a:chExt cx="1147626" cy="1436503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AC3EAE49-A9A6-7A9F-90FE-AAC3A1DF1E77}"/>
                </a:ext>
              </a:extLst>
            </p:cNvPr>
            <p:cNvSpPr/>
            <p:nvPr/>
          </p:nvSpPr>
          <p:spPr>
            <a:xfrm>
              <a:off x="5629702" y="2400295"/>
              <a:ext cx="1147626" cy="114762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C3BDB33-3076-E08B-F097-D06C85F57CA5}"/>
                </a:ext>
              </a:extLst>
            </p:cNvPr>
            <p:cNvSpPr txBox="1"/>
            <p:nvPr/>
          </p:nvSpPr>
          <p:spPr>
            <a:xfrm>
              <a:off x="5778295" y="3529021"/>
              <a:ext cx="90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图像名称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E7FB799-AFA8-BFD8-4BB8-4A8676BA85D9}"/>
              </a:ext>
            </a:extLst>
          </p:cNvPr>
          <p:cNvGrpSpPr/>
          <p:nvPr/>
        </p:nvGrpSpPr>
        <p:grpSpPr>
          <a:xfrm>
            <a:off x="6972450" y="2400295"/>
            <a:ext cx="1147626" cy="1436503"/>
            <a:chOff x="6972450" y="2400295"/>
            <a:chExt cx="1147626" cy="1436503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6F22ED0F-B14D-3732-D76F-C2ABC6B5C890}"/>
                </a:ext>
              </a:extLst>
            </p:cNvPr>
            <p:cNvSpPr/>
            <p:nvPr/>
          </p:nvSpPr>
          <p:spPr>
            <a:xfrm>
              <a:off x="6972450" y="2400295"/>
              <a:ext cx="1147626" cy="114762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51DEEC8-A30F-65B6-C88A-398239E4B8A9}"/>
                </a:ext>
              </a:extLst>
            </p:cNvPr>
            <p:cNvSpPr txBox="1"/>
            <p:nvPr/>
          </p:nvSpPr>
          <p:spPr>
            <a:xfrm>
              <a:off x="7108854" y="3529021"/>
              <a:ext cx="90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图像名称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72F34F5-D086-713F-B992-D87DE54EBBF6}"/>
              </a:ext>
            </a:extLst>
          </p:cNvPr>
          <p:cNvGrpSpPr/>
          <p:nvPr/>
        </p:nvGrpSpPr>
        <p:grpSpPr>
          <a:xfrm>
            <a:off x="8315198" y="2400295"/>
            <a:ext cx="1147626" cy="1436503"/>
            <a:chOff x="8315198" y="2400295"/>
            <a:chExt cx="1147626" cy="1436503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97F2A26-CC73-160A-EF22-09FD04060435}"/>
                </a:ext>
              </a:extLst>
            </p:cNvPr>
            <p:cNvSpPr/>
            <p:nvPr/>
          </p:nvSpPr>
          <p:spPr>
            <a:xfrm>
              <a:off x="8315198" y="2400295"/>
              <a:ext cx="1147626" cy="114762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1D757AC2-3B55-3DBD-D20D-888E75524F88}"/>
                </a:ext>
              </a:extLst>
            </p:cNvPr>
            <p:cNvSpPr txBox="1"/>
            <p:nvPr/>
          </p:nvSpPr>
          <p:spPr>
            <a:xfrm>
              <a:off x="8439413" y="3529021"/>
              <a:ext cx="904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图像名称</a:t>
              </a:r>
            </a:p>
          </p:txBody>
        </p:sp>
      </p:grpSp>
      <p:pic>
        <p:nvPicPr>
          <p:cNvPr id="81" name="图片 80">
            <a:extLst>
              <a:ext uri="{FF2B5EF4-FFF2-40B4-BE49-F238E27FC236}">
                <a16:creationId xmlns:a16="http://schemas.microsoft.com/office/drawing/2014/main" id="{BDEDBEF8-7BB9-94A0-D160-2762BBA99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grpSp>
        <p:nvGrpSpPr>
          <p:cNvPr id="82" name="组合 81">
            <a:extLst>
              <a:ext uri="{FF2B5EF4-FFF2-40B4-BE49-F238E27FC236}">
                <a16:creationId xmlns:a16="http://schemas.microsoft.com/office/drawing/2014/main" id="{066EF5AB-C0E3-2444-19F9-370AD12A615E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34AA9D7-C7B8-48CB-817D-D3077CE2464A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" name="箭头: 虚尾 83">
              <a:extLst>
                <a:ext uri="{FF2B5EF4-FFF2-40B4-BE49-F238E27FC236}">
                  <a16:creationId xmlns:a16="http://schemas.microsoft.com/office/drawing/2014/main" id="{B608D753-2EAB-C31A-ECDD-A093FE471DCF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408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E18C-E8C5-EB0D-D386-B555762C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A75899-3AE4-603B-F48F-FF94878F18A2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F4317A-C4F4-E7C4-F126-98E2743342AB}"/>
              </a:ext>
            </a:extLst>
          </p:cNvPr>
          <p:cNvSpPr/>
          <p:nvPr/>
        </p:nvSpPr>
        <p:spPr>
          <a:xfrm>
            <a:off x="1320796" y="665017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5C9D4F3E-B019-5EF0-3BEF-88C516AA3932}"/>
              </a:ext>
            </a:extLst>
          </p:cNvPr>
          <p:cNvSpPr/>
          <p:nvPr/>
        </p:nvSpPr>
        <p:spPr>
          <a:xfrm>
            <a:off x="568035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5CF460-6BEA-E8F5-5C23-B81EB86FEB46}"/>
              </a:ext>
            </a:extLst>
          </p:cNvPr>
          <p:cNvSpPr txBox="1"/>
          <p:nvPr/>
        </p:nvSpPr>
        <p:spPr>
          <a:xfrm>
            <a:off x="85436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F3D45A8-FD6E-5BDE-F664-78F135A68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939A6085-79FB-1092-A9A6-E37051C3365B}"/>
              </a:ext>
            </a:extLst>
          </p:cNvPr>
          <p:cNvGrpSpPr/>
          <p:nvPr/>
        </p:nvGrpSpPr>
        <p:grpSpPr>
          <a:xfrm>
            <a:off x="477982" y="2376124"/>
            <a:ext cx="752760" cy="628072"/>
            <a:chOff x="477982" y="1351502"/>
            <a:chExt cx="752760" cy="62807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86CD79-870B-C6CA-4805-511F769C2BDC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剧本管理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A46553B-3459-2935-91D5-DAF2EB4FC170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B43085-5A7E-EE1D-9811-6534D7AE1985}"/>
              </a:ext>
            </a:extLst>
          </p:cNvPr>
          <p:cNvGrpSpPr/>
          <p:nvPr/>
        </p:nvGrpSpPr>
        <p:grpSpPr>
          <a:xfrm>
            <a:off x="477982" y="3119267"/>
            <a:ext cx="752760" cy="628072"/>
            <a:chOff x="477982" y="1351502"/>
            <a:chExt cx="752760" cy="62807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E85201D-3A1A-4C50-1C0F-9760FF82BBA6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人物素材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1131E4C-2538-E4B2-16E0-C5F0F267E139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355BBBA-CFB5-47D7-DD52-F8F175F896C8}"/>
              </a:ext>
            </a:extLst>
          </p:cNvPr>
          <p:cNvGrpSpPr/>
          <p:nvPr/>
        </p:nvGrpSpPr>
        <p:grpSpPr>
          <a:xfrm>
            <a:off x="445643" y="3862410"/>
            <a:ext cx="812803" cy="752623"/>
            <a:chOff x="445643" y="3169818"/>
            <a:chExt cx="812803" cy="75262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EF9A124-A994-DBE8-D0E9-59D62128AFD6}"/>
                </a:ext>
              </a:extLst>
            </p:cNvPr>
            <p:cNvSpPr/>
            <p:nvPr/>
          </p:nvSpPr>
          <p:spPr>
            <a:xfrm>
              <a:off x="445643" y="3169818"/>
              <a:ext cx="812803" cy="752623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1FC715E-E8C3-AC5B-6231-033084507495}"/>
                </a:ext>
              </a:extLst>
            </p:cNvPr>
            <p:cNvGrpSpPr/>
            <p:nvPr/>
          </p:nvGrpSpPr>
          <p:grpSpPr>
            <a:xfrm>
              <a:off x="484910" y="3240810"/>
              <a:ext cx="752760" cy="628072"/>
              <a:chOff x="477982" y="1351502"/>
              <a:chExt cx="752760" cy="628072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DFF2239-0A66-B1A2-CD00-84743A0A1FD2}"/>
                  </a:ext>
                </a:extLst>
              </p:cNvPr>
              <p:cNvSpPr txBox="1"/>
              <p:nvPr/>
            </p:nvSpPr>
            <p:spPr>
              <a:xfrm>
                <a:off x="477982" y="1717964"/>
                <a:ext cx="752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视频文件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A160C5E-72DD-CF56-2CCD-7DCE8FA17E04}"/>
                  </a:ext>
                </a:extLst>
              </p:cNvPr>
              <p:cNvSpPr/>
              <p:nvPr/>
            </p:nvSpPr>
            <p:spPr>
              <a:xfrm>
                <a:off x="554180" y="1351502"/>
                <a:ext cx="600364" cy="366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图标</a:t>
                </a:r>
              </a:p>
            </p:txBody>
          </p: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6C649BB-A28D-058B-33D3-4F0B234855DF}"/>
              </a:ext>
            </a:extLst>
          </p:cNvPr>
          <p:cNvGrpSpPr/>
          <p:nvPr/>
        </p:nvGrpSpPr>
        <p:grpSpPr>
          <a:xfrm>
            <a:off x="505687" y="4730105"/>
            <a:ext cx="752760" cy="628072"/>
            <a:chOff x="477982" y="1351502"/>
            <a:chExt cx="752760" cy="62807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0AE87B-C889-851F-FA67-82326F918DB5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平台指标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6C0ADD0-0763-6AD9-AAED-B3A02E540C0C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347AB1F-711B-B1B8-3E8D-66DE342739AE}"/>
              </a:ext>
            </a:extLst>
          </p:cNvPr>
          <p:cNvGrpSpPr/>
          <p:nvPr/>
        </p:nvGrpSpPr>
        <p:grpSpPr>
          <a:xfrm>
            <a:off x="477982" y="931831"/>
            <a:ext cx="752760" cy="675750"/>
            <a:chOff x="450267" y="5636401"/>
            <a:chExt cx="752760" cy="675750"/>
          </a:xfrm>
        </p:grpSpPr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3F12A3D4-8962-7893-42DC-9A98D24FDEC0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F72F21F-DB97-18B2-DC04-E81D8F62F1AF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FD4B8E41-7488-120F-D180-FAAC3DE5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9CD7E9C8-4F63-CB8E-3FB9-3591FBE385C4}"/>
              </a:ext>
            </a:extLst>
          </p:cNvPr>
          <p:cNvSpPr/>
          <p:nvPr/>
        </p:nvSpPr>
        <p:spPr>
          <a:xfrm>
            <a:off x="1320796" y="681992"/>
            <a:ext cx="10243130" cy="45700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2A1736-8886-3540-DA0D-1C12C6A3B17D}"/>
              </a:ext>
            </a:extLst>
          </p:cNvPr>
          <p:cNvGrpSpPr/>
          <p:nvPr/>
        </p:nvGrpSpPr>
        <p:grpSpPr>
          <a:xfrm>
            <a:off x="1467484" y="726519"/>
            <a:ext cx="822035" cy="369331"/>
            <a:chOff x="1467484" y="726519"/>
            <a:chExt cx="822035" cy="3693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7967E5B-5EAE-FB28-F1D1-D03A07F02A63}"/>
                </a:ext>
              </a:extLst>
            </p:cNvPr>
            <p:cNvSpPr/>
            <p:nvPr/>
          </p:nvSpPr>
          <p:spPr>
            <a:xfrm>
              <a:off x="1467484" y="726519"/>
              <a:ext cx="822035" cy="3693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FEC2C3A-195B-891F-1F85-6773971337B2}"/>
                </a:ext>
              </a:extLst>
            </p:cNvPr>
            <p:cNvSpPr txBox="1"/>
            <p:nvPr/>
          </p:nvSpPr>
          <p:spPr>
            <a:xfrm>
              <a:off x="1502004" y="756607"/>
              <a:ext cx="752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第一章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690E6CB-D879-2858-A7D9-25751BECE467}"/>
              </a:ext>
            </a:extLst>
          </p:cNvPr>
          <p:cNvGrpSpPr/>
          <p:nvPr/>
        </p:nvGrpSpPr>
        <p:grpSpPr>
          <a:xfrm>
            <a:off x="2455771" y="726519"/>
            <a:ext cx="822035" cy="369331"/>
            <a:chOff x="1467484" y="726519"/>
            <a:chExt cx="822035" cy="3693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5F7A3C4-A67B-9E8C-93E5-0839E8039BB3}"/>
                </a:ext>
              </a:extLst>
            </p:cNvPr>
            <p:cNvSpPr/>
            <p:nvPr/>
          </p:nvSpPr>
          <p:spPr>
            <a:xfrm>
              <a:off x="1467484" y="726519"/>
              <a:ext cx="822035" cy="3693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D24474-A3DA-BD2B-D308-2E88FA9F0802}"/>
                </a:ext>
              </a:extLst>
            </p:cNvPr>
            <p:cNvSpPr txBox="1"/>
            <p:nvPr/>
          </p:nvSpPr>
          <p:spPr>
            <a:xfrm>
              <a:off x="1502004" y="756607"/>
              <a:ext cx="752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第二章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E500643-E2E3-EA25-DF41-3291697C7AEA}"/>
              </a:ext>
            </a:extLst>
          </p:cNvPr>
          <p:cNvGrpSpPr/>
          <p:nvPr/>
        </p:nvGrpSpPr>
        <p:grpSpPr>
          <a:xfrm>
            <a:off x="3494974" y="726519"/>
            <a:ext cx="822035" cy="369331"/>
            <a:chOff x="1467484" y="726519"/>
            <a:chExt cx="822035" cy="3693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F7062804-AFC0-5FAC-79F2-C7BD00BBB6EA}"/>
                </a:ext>
              </a:extLst>
            </p:cNvPr>
            <p:cNvSpPr/>
            <p:nvPr/>
          </p:nvSpPr>
          <p:spPr>
            <a:xfrm>
              <a:off x="1467484" y="726519"/>
              <a:ext cx="822035" cy="3693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7C3EA72-FE18-0E4B-7E10-A44484CF5AEC}"/>
                </a:ext>
              </a:extLst>
            </p:cNvPr>
            <p:cNvSpPr txBox="1"/>
            <p:nvPr/>
          </p:nvSpPr>
          <p:spPr>
            <a:xfrm>
              <a:off x="1502004" y="756607"/>
              <a:ext cx="752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第三章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0CDB03-3F44-F77F-8731-F540BA90A6B6}"/>
              </a:ext>
            </a:extLst>
          </p:cNvPr>
          <p:cNvGrpSpPr/>
          <p:nvPr/>
        </p:nvGrpSpPr>
        <p:grpSpPr>
          <a:xfrm>
            <a:off x="11040238" y="695740"/>
            <a:ext cx="360633" cy="400110"/>
            <a:chOff x="1467484" y="702090"/>
            <a:chExt cx="822035" cy="40011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6572C46-590E-2820-FBEE-46B38BF99B67}"/>
                </a:ext>
              </a:extLst>
            </p:cNvPr>
            <p:cNvSpPr/>
            <p:nvPr/>
          </p:nvSpPr>
          <p:spPr>
            <a:xfrm>
              <a:off x="1467484" y="726519"/>
              <a:ext cx="822035" cy="36933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F0B3B41-4529-8F2E-D734-B41838AD8A2D}"/>
                </a:ext>
              </a:extLst>
            </p:cNvPr>
            <p:cNvSpPr txBox="1"/>
            <p:nvPr/>
          </p:nvSpPr>
          <p:spPr>
            <a:xfrm>
              <a:off x="1530166" y="702090"/>
              <a:ext cx="667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43F4629-E4BD-5AC6-8735-6238F39D3ED4}"/>
              </a:ext>
            </a:extLst>
          </p:cNvPr>
          <p:cNvGrpSpPr/>
          <p:nvPr/>
        </p:nvGrpSpPr>
        <p:grpSpPr>
          <a:xfrm>
            <a:off x="1406234" y="1287348"/>
            <a:ext cx="2123260" cy="1677401"/>
            <a:chOff x="1406234" y="1287348"/>
            <a:chExt cx="2123260" cy="167740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98AE2FD2-FA92-E189-D33D-545937EC3778}"/>
                </a:ext>
              </a:extLst>
            </p:cNvPr>
            <p:cNvSpPr/>
            <p:nvPr/>
          </p:nvSpPr>
          <p:spPr>
            <a:xfrm>
              <a:off x="1406234" y="1287348"/>
              <a:ext cx="2123260" cy="13080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2B4B466-7798-14DC-0F2B-353FA704E489}"/>
                </a:ext>
              </a:extLst>
            </p:cNvPr>
            <p:cNvSpPr txBox="1"/>
            <p:nvPr/>
          </p:nvSpPr>
          <p:spPr>
            <a:xfrm>
              <a:off x="1853043" y="2595417"/>
              <a:ext cx="1205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视频名称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42FC78A-2990-A898-12EF-7ED210419E72}"/>
              </a:ext>
            </a:extLst>
          </p:cNvPr>
          <p:cNvGrpSpPr/>
          <p:nvPr/>
        </p:nvGrpSpPr>
        <p:grpSpPr>
          <a:xfrm>
            <a:off x="3969921" y="1287348"/>
            <a:ext cx="2123260" cy="1677401"/>
            <a:chOff x="3969921" y="1287348"/>
            <a:chExt cx="2123260" cy="167740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07B5C45C-BDE6-3B87-5464-D8048D93B9B1}"/>
                </a:ext>
              </a:extLst>
            </p:cNvPr>
            <p:cNvSpPr/>
            <p:nvPr/>
          </p:nvSpPr>
          <p:spPr>
            <a:xfrm>
              <a:off x="3969921" y="1287348"/>
              <a:ext cx="2123260" cy="13080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DC2B7F7-A8AE-B2BB-A589-540025AF2762}"/>
                </a:ext>
              </a:extLst>
            </p:cNvPr>
            <p:cNvSpPr txBox="1"/>
            <p:nvPr/>
          </p:nvSpPr>
          <p:spPr>
            <a:xfrm>
              <a:off x="4464363" y="2595417"/>
              <a:ext cx="1205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视频名称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5DA935C-70C4-C7EA-C1D7-6CDAE424EA16}"/>
              </a:ext>
            </a:extLst>
          </p:cNvPr>
          <p:cNvGrpSpPr/>
          <p:nvPr/>
        </p:nvGrpSpPr>
        <p:grpSpPr>
          <a:xfrm>
            <a:off x="6533608" y="1287348"/>
            <a:ext cx="2123260" cy="1677401"/>
            <a:chOff x="6533608" y="1287348"/>
            <a:chExt cx="2123260" cy="167740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F8DC14BE-6E85-3F7A-9039-1AE65EE7EEBF}"/>
                </a:ext>
              </a:extLst>
            </p:cNvPr>
            <p:cNvSpPr/>
            <p:nvPr/>
          </p:nvSpPr>
          <p:spPr>
            <a:xfrm>
              <a:off x="6533608" y="1287348"/>
              <a:ext cx="2123260" cy="13080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3E35F1F-CDB8-9801-06B3-31066E8020EF}"/>
                </a:ext>
              </a:extLst>
            </p:cNvPr>
            <p:cNvSpPr txBox="1"/>
            <p:nvPr/>
          </p:nvSpPr>
          <p:spPr>
            <a:xfrm>
              <a:off x="7075683" y="2595417"/>
              <a:ext cx="1205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视频名称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C64D271-7838-9114-B0C9-8BF76043D7E0}"/>
              </a:ext>
            </a:extLst>
          </p:cNvPr>
          <p:cNvGrpSpPr/>
          <p:nvPr/>
        </p:nvGrpSpPr>
        <p:grpSpPr>
          <a:xfrm>
            <a:off x="9097294" y="1287348"/>
            <a:ext cx="2123260" cy="1677401"/>
            <a:chOff x="9097294" y="1287348"/>
            <a:chExt cx="2123260" cy="167740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CE274418-E10A-8B40-A431-3AA706BCA3D8}"/>
                </a:ext>
              </a:extLst>
            </p:cNvPr>
            <p:cNvSpPr/>
            <p:nvPr/>
          </p:nvSpPr>
          <p:spPr>
            <a:xfrm>
              <a:off x="9097294" y="1287348"/>
              <a:ext cx="2123260" cy="13080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FADDA5B-DF32-55E0-7C91-2DD059F8267B}"/>
                </a:ext>
              </a:extLst>
            </p:cNvPr>
            <p:cNvSpPr txBox="1"/>
            <p:nvPr/>
          </p:nvSpPr>
          <p:spPr>
            <a:xfrm>
              <a:off x="9687004" y="2595417"/>
              <a:ext cx="1205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视频名称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013F80E-FF9D-2F81-B3BD-2E5ACF0310F6}"/>
              </a:ext>
            </a:extLst>
          </p:cNvPr>
          <p:cNvGrpSpPr/>
          <p:nvPr/>
        </p:nvGrpSpPr>
        <p:grpSpPr>
          <a:xfrm>
            <a:off x="10866228" y="5935217"/>
            <a:ext cx="494442" cy="584775"/>
            <a:chOff x="10866228" y="5935217"/>
            <a:chExt cx="494442" cy="584775"/>
          </a:xfrm>
        </p:grpSpPr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A474D195-C68B-0D00-1161-03106A75F592}"/>
                </a:ext>
              </a:extLst>
            </p:cNvPr>
            <p:cNvSpPr/>
            <p:nvPr/>
          </p:nvSpPr>
          <p:spPr>
            <a:xfrm>
              <a:off x="10866228" y="5980384"/>
              <a:ext cx="494442" cy="49444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A706667-D2A5-FE9C-1503-C250D3F8A734}"/>
                </a:ext>
              </a:extLst>
            </p:cNvPr>
            <p:cNvSpPr txBox="1"/>
            <p:nvPr/>
          </p:nvSpPr>
          <p:spPr>
            <a:xfrm>
              <a:off x="10914867" y="5935217"/>
              <a:ext cx="39716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7" name="图片 56">
            <a:extLst>
              <a:ext uri="{FF2B5EF4-FFF2-40B4-BE49-F238E27FC236}">
                <a16:creationId xmlns:a16="http://schemas.microsoft.com/office/drawing/2014/main" id="{34DB6BC1-17D6-6374-3050-AB7174544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0BCE6E94-B47A-1355-E544-A5D8EC41F758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E368F9D0-4AA0-FAD1-CEB8-DC3D6B3ECFCD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" name="箭头: 虚尾 59">
              <a:extLst>
                <a:ext uri="{FF2B5EF4-FFF2-40B4-BE49-F238E27FC236}">
                  <a16:creationId xmlns:a16="http://schemas.microsoft.com/office/drawing/2014/main" id="{B65B3FA9-435E-6F77-C807-1F1A22A78935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57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F691-0799-4528-84C1-C9DC78F6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A0CDFA1-D52D-92C8-672C-7CF349780F71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3AABB91-3871-7292-61C3-F8D575966B46}"/>
              </a:ext>
            </a:extLst>
          </p:cNvPr>
          <p:cNvSpPr/>
          <p:nvPr/>
        </p:nvSpPr>
        <p:spPr>
          <a:xfrm>
            <a:off x="1348500" y="702490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CC6FB499-6425-1059-2413-FAAD05963F96}"/>
              </a:ext>
            </a:extLst>
          </p:cNvPr>
          <p:cNvSpPr/>
          <p:nvPr/>
        </p:nvSpPr>
        <p:spPr>
          <a:xfrm>
            <a:off x="568035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078CA9-C4D6-1DC9-80BA-B27534ECD76F}"/>
              </a:ext>
            </a:extLst>
          </p:cNvPr>
          <p:cNvSpPr txBox="1"/>
          <p:nvPr/>
        </p:nvSpPr>
        <p:spPr>
          <a:xfrm>
            <a:off x="85436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39959D-DC6C-7561-27E2-C16DABCD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C04FF18E-7D70-F712-7B35-8CA7A24C71EB}"/>
              </a:ext>
            </a:extLst>
          </p:cNvPr>
          <p:cNvGrpSpPr/>
          <p:nvPr/>
        </p:nvGrpSpPr>
        <p:grpSpPr>
          <a:xfrm>
            <a:off x="477982" y="2324237"/>
            <a:ext cx="752760" cy="628072"/>
            <a:chOff x="477982" y="1351502"/>
            <a:chExt cx="752760" cy="62807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CFEF297-731C-40CC-8C04-7DA0B706DA9D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剧本管理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B5D81C8-6EC9-9320-BFEC-3883FD42218A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BFA807A-F49A-07D5-F270-2C2D16CA0408}"/>
              </a:ext>
            </a:extLst>
          </p:cNvPr>
          <p:cNvGrpSpPr/>
          <p:nvPr/>
        </p:nvGrpSpPr>
        <p:grpSpPr>
          <a:xfrm>
            <a:off x="477982" y="3101396"/>
            <a:ext cx="752760" cy="628072"/>
            <a:chOff x="477982" y="1351502"/>
            <a:chExt cx="752760" cy="62807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6C9D44C-6298-96D5-C3DF-5EC28E30242F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人物素材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2F9546C-915C-1366-E370-CE91774EFC90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3381530-1EED-0FAB-95E2-D4FE39D218FB}"/>
              </a:ext>
            </a:extLst>
          </p:cNvPr>
          <p:cNvGrpSpPr/>
          <p:nvPr/>
        </p:nvGrpSpPr>
        <p:grpSpPr>
          <a:xfrm>
            <a:off x="484910" y="3878555"/>
            <a:ext cx="752760" cy="628072"/>
            <a:chOff x="477982" y="1351502"/>
            <a:chExt cx="752760" cy="62807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019AF40-E829-6EBE-4980-71C09CDC216B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视频文件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CC68505-0A62-3028-5427-41D9131C27B9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7AF9AA-661D-1338-90C0-08A7A17BCF0D}"/>
              </a:ext>
            </a:extLst>
          </p:cNvPr>
          <p:cNvGrpSpPr/>
          <p:nvPr/>
        </p:nvGrpSpPr>
        <p:grpSpPr>
          <a:xfrm>
            <a:off x="445643" y="4655715"/>
            <a:ext cx="812804" cy="752623"/>
            <a:chOff x="445643" y="4074690"/>
            <a:chExt cx="812804" cy="75262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54466F8-3DFC-67A3-7852-674BAACF0145}"/>
                </a:ext>
              </a:extLst>
            </p:cNvPr>
            <p:cNvSpPr/>
            <p:nvPr/>
          </p:nvSpPr>
          <p:spPr>
            <a:xfrm>
              <a:off x="445643" y="4074690"/>
              <a:ext cx="812803" cy="752623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5A17CA6-1A98-63DA-8731-F4FC568B4CB5}"/>
                </a:ext>
              </a:extLst>
            </p:cNvPr>
            <p:cNvGrpSpPr/>
            <p:nvPr/>
          </p:nvGrpSpPr>
          <p:grpSpPr>
            <a:xfrm>
              <a:off x="505687" y="4182918"/>
              <a:ext cx="752760" cy="628072"/>
              <a:chOff x="477982" y="1351502"/>
              <a:chExt cx="752760" cy="628072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184C3C6-231F-48A6-9E71-5BC8C72818E5}"/>
                  </a:ext>
                </a:extLst>
              </p:cNvPr>
              <p:cNvSpPr txBox="1"/>
              <p:nvPr/>
            </p:nvSpPr>
            <p:spPr>
              <a:xfrm>
                <a:off x="477982" y="1717964"/>
                <a:ext cx="7527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平台指标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E088227-E41E-6465-1A69-614F16116D2F}"/>
                  </a:ext>
                </a:extLst>
              </p:cNvPr>
              <p:cNvSpPr/>
              <p:nvPr/>
            </p:nvSpPr>
            <p:spPr>
              <a:xfrm>
                <a:off x="554180" y="1351502"/>
                <a:ext cx="600364" cy="366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图标</a:t>
                </a: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890A2CC-136C-382D-85D9-937260B19213}"/>
              </a:ext>
            </a:extLst>
          </p:cNvPr>
          <p:cNvGrpSpPr/>
          <p:nvPr/>
        </p:nvGrpSpPr>
        <p:grpSpPr>
          <a:xfrm>
            <a:off x="475664" y="959348"/>
            <a:ext cx="752760" cy="675750"/>
            <a:chOff x="450267" y="5636401"/>
            <a:chExt cx="752760" cy="675750"/>
          </a:xfrm>
        </p:grpSpPr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7A2E8371-450B-1AE2-FB45-A90D035AAA03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CD70616-D749-2360-D084-83FA659D725C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A8D4DEB-3379-14C1-0076-4907873384C5}"/>
              </a:ext>
            </a:extLst>
          </p:cNvPr>
          <p:cNvSpPr/>
          <p:nvPr/>
        </p:nvSpPr>
        <p:spPr>
          <a:xfrm rot="16200000">
            <a:off x="6153760" y="-4177189"/>
            <a:ext cx="558722" cy="10243134"/>
          </a:xfrm>
          <a:prstGeom prst="roundRect">
            <a:avLst>
              <a:gd name="adj" fmla="val 14034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40AFFB7-4EC3-E4CA-D659-BB9A2365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478E1D5-8B0D-E8E1-1E98-3FEFAA4E6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C68F6BD-9DD5-E14E-A91F-A54F659C7FD0}"/>
              </a:ext>
            </a:extLst>
          </p:cNvPr>
          <p:cNvSpPr/>
          <p:nvPr/>
        </p:nvSpPr>
        <p:spPr>
          <a:xfrm>
            <a:off x="5132644" y="741840"/>
            <a:ext cx="628073" cy="33671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抖音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ED1D8EE-EE4C-722F-DB85-6C3ED96B0A14}"/>
              </a:ext>
            </a:extLst>
          </p:cNvPr>
          <p:cNvSpPr/>
          <p:nvPr/>
        </p:nvSpPr>
        <p:spPr>
          <a:xfrm>
            <a:off x="6123698" y="741840"/>
            <a:ext cx="628073" cy="336714"/>
          </a:xfrm>
          <a:prstGeom prst="roundRect">
            <a:avLst/>
          </a:prstGeom>
          <a:solidFill>
            <a:srgbClr val="FF9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快手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DCA1E62-E7DB-2B7D-C11B-767D2F778068}"/>
              </a:ext>
            </a:extLst>
          </p:cNvPr>
          <p:cNvSpPr/>
          <p:nvPr/>
        </p:nvSpPr>
        <p:spPr>
          <a:xfrm>
            <a:off x="7114752" y="741840"/>
            <a:ext cx="628073" cy="336714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Bilibli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EDF87D1-DED1-3855-D544-8406FF051196}"/>
              </a:ext>
            </a:extLst>
          </p:cNvPr>
          <p:cNvSpPr/>
          <p:nvPr/>
        </p:nvSpPr>
        <p:spPr>
          <a:xfrm>
            <a:off x="7271770" y="1280783"/>
            <a:ext cx="3941153" cy="2541052"/>
          </a:xfrm>
          <a:prstGeom prst="roundRect">
            <a:avLst>
              <a:gd name="adj" fmla="val 9707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1FBC78A-0D7E-3F9F-FBAC-85966825F9E9}"/>
              </a:ext>
            </a:extLst>
          </p:cNvPr>
          <p:cNvSpPr/>
          <p:nvPr/>
        </p:nvSpPr>
        <p:spPr>
          <a:xfrm>
            <a:off x="1505527" y="4017818"/>
            <a:ext cx="3941153" cy="2566344"/>
          </a:xfrm>
          <a:prstGeom prst="roundRect">
            <a:avLst>
              <a:gd name="adj" fmla="val 9707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EAD16E6-1829-D716-2235-4D579515B62D}"/>
              </a:ext>
            </a:extLst>
          </p:cNvPr>
          <p:cNvSpPr txBox="1"/>
          <p:nvPr/>
        </p:nvSpPr>
        <p:spPr>
          <a:xfrm>
            <a:off x="2019990" y="2255407"/>
            <a:ext cx="3112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数据可视化展示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705D4B-70A8-AD9B-C2AD-02BE258BB5CB}"/>
              </a:ext>
            </a:extLst>
          </p:cNvPr>
          <p:cNvSpPr txBox="1"/>
          <p:nvPr/>
        </p:nvSpPr>
        <p:spPr>
          <a:xfrm>
            <a:off x="7271770" y="4864733"/>
            <a:ext cx="3112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数据可视化展示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DF3722F-5D91-F96F-099D-EDCB8D651EEF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9D47EFD-653F-BB2D-AB77-B2F5F51F037F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箭头: 虚尾 43">
              <a:extLst>
                <a:ext uri="{FF2B5EF4-FFF2-40B4-BE49-F238E27FC236}">
                  <a16:creationId xmlns:a16="http://schemas.microsoft.com/office/drawing/2014/main" id="{8D9DF829-E705-780A-F118-414049E5FB6D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8700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3D9C-A4AC-A181-3B3A-6D9836F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94FB089-ED0C-4722-507E-A115B9DA4CD0}"/>
              </a:ext>
            </a:extLst>
          </p:cNvPr>
          <p:cNvSpPr/>
          <p:nvPr/>
        </p:nvSpPr>
        <p:spPr>
          <a:xfrm>
            <a:off x="387928" y="314037"/>
            <a:ext cx="11176000" cy="6333836"/>
          </a:xfrm>
          <a:prstGeom prst="roundRect">
            <a:avLst>
              <a:gd name="adj" fmla="val 286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7898C7D-8062-EAF7-AC6A-17A1D1A7E395}"/>
              </a:ext>
            </a:extLst>
          </p:cNvPr>
          <p:cNvSpPr/>
          <p:nvPr/>
        </p:nvSpPr>
        <p:spPr>
          <a:xfrm>
            <a:off x="1320796" y="665017"/>
            <a:ext cx="10243131" cy="5982856"/>
          </a:xfrm>
          <a:prstGeom prst="roundRect">
            <a:avLst>
              <a:gd name="adj" fmla="val 22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B9927DEA-4A46-993C-F44E-8A27FD3A2015}"/>
              </a:ext>
            </a:extLst>
          </p:cNvPr>
          <p:cNvSpPr/>
          <p:nvPr/>
        </p:nvSpPr>
        <p:spPr>
          <a:xfrm>
            <a:off x="568035" y="378690"/>
            <a:ext cx="286327" cy="286327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E204D7-A5A2-A027-E26F-2FECE75D32DD}"/>
              </a:ext>
            </a:extLst>
          </p:cNvPr>
          <p:cNvSpPr txBox="1"/>
          <p:nvPr/>
        </p:nvSpPr>
        <p:spPr>
          <a:xfrm>
            <a:off x="854362" y="314037"/>
            <a:ext cx="82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Name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E350A8-C985-2D6F-6BB4-893AA4B91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757" y="333665"/>
            <a:ext cx="1405316" cy="33135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4CE9811-807C-A1FA-B0DF-C52DE5C8CD44}"/>
              </a:ext>
            </a:extLst>
          </p:cNvPr>
          <p:cNvGrpSpPr/>
          <p:nvPr/>
        </p:nvGrpSpPr>
        <p:grpSpPr>
          <a:xfrm>
            <a:off x="477982" y="2438537"/>
            <a:ext cx="752760" cy="628072"/>
            <a:chOff x="477982" y="1351502"/>
            <a:chExt cx="752760" cy="62807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BA8ECE7-3F4E-5503-E1F1-853C9FC75F28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剧本管理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B3165AA-02D0-240E-180B-621DBB95DA2C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B602265-0E72-6DAB-DB19-9FC266BD4B01}"/>
              </a:ext>
            </a:extLst>
          </p:cNvPr>
          <p:cNvGrpSpPr/>
          <p:nvPr/>
        </p:nvGrpSpPr>
        <p:grpSpPr>
          <a:xfrm>
            <a:off x="477982" y="3213672"/>
            <a:ext cx="752760" cy="628072"/>
            <a:chOff x="477982" y="1351502"/>
            <a:chExt cx="752760" cy="62807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363421B-C671-3D44-8B63-E55056C8503F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人物素材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5E73BEB-1FB7-5FBA-43ED-5BDE24F2DC00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02F165F-F696-BCB4-F26F-47934DC17253}"/>
              </a:ext>
            </a:extLst>
          </p:cNvPr>
          <p:cNvGrpSpPr/>
          <p:nvPr/>
        </p:nvGrpSpPr>
        <p:grpSpPr>
          <a:xfrm>
            <a:off x="484910" y="3988807"/>
            <a:ext cx="752760" cy="628072"/>
            <a:chOff x="477982" y="1351502"/>
            <a:chExt cx="752760" cy="62807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03FCDAD-E074-1B31-27CF-F325AFA31164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视频文件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7DCF9F-D033-C154-A28F-440BFF547A1A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8C91E03-ACED-4F3F-B3B4-9F68FB2AF536}"/>
              </a:ext>
            </a:extLst>
          </p:cNvPr>
          <p:cNvGrpSpPr/>
          <p:nvPr/>
        </p:nvGrpSpPr>
        <p:grpSpPr>
          <a:xfrm>
            <a:off x="505687" y="4763943"/>
            <a:ext cx="752760" cy="628072"/>
            <a:chOff x="477982" y="1351502"/>
            <a:chExt cx="752760" cy="62807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9830130-1B0A-BB88-D047-DEE4B0B02C90}"/>
                </a:ext>
              </a:extLst>
            </p:cNvPr>
            <p:cNvSpPr txBox="1"/>
            <p:nvPr/>
          </p:nvSpPr>
          <p:spPr>
            <a:xfrm>
              <a:off x="477982" y="1717964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平台指标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A0087F7-34D9-E7FE-E1B6-E4F1000D538F}"/>
                </a:ext>
              </a:extLst>
            </p:cNvPr>
            <p:cNvSpPr/>
            <p:nvPr/>
          </p:nvSpPr>
          <p:spPr>
            <a:xfrm>
              <a:off x="554180" y="1351502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图标</a:t>
              </a: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B26698B-E8CB-683D-03AA-06AFD22C31FF}"/>
              </a:ext>
            </a:extLst>
          </p:cNvPr>
          <p:cNvSpPr/>
          <p:nvPr/>
        </p:nvSpPr>
        <p:spPr>
          <a:xfrm>
            <a:off x="464128" y="944718"/>
            <a:ext cx="780469" cy="752623"/>
          </a:xfrm>
          <a:prstGeom prst="roundRect">
            <a:avLst>
              <a:gd name="adj" fmla="val 466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BB48069-41D3-F8EE-1EC6-A2621DB74AC6}"/>
              </a:ext>
            </a:extLst>
          </p:cNvPr>
          <p:cNvGrpSpPr/>
          <p:nvPr/>
        </p:nvGrpSpPr>
        <p:grpSpPr>
          <a:xfrm>
            <a:off x="475664" y="940298"/>
            <a:ext cx="752760" cy="675750"/>
            <a:chOff x="450267" y="5636401"/>
            <a:chExt cx="752760" cy="675750"/>
          </a:xfrm>
        </p:grpSpPr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4CCA129F-6D2C-4709-53D3-98FA95040F49}"/>
                </a:ext>
              </a:extLst>
            </p:cNvPr>
            <p:cNvSpPr/>
            <p:nvPr/>
          </p:nvSpPr>
          <p:spPr>
            <a:xfrm>
              <a:off x="581885" y="5636401"/>
              <a:ext cx="471051" cy="452582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头像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B0A92D7-9F54-E2DD-F54C-0D6940F37536}"/>
                </a:ext>
              </a:extLst>
            </p:cNvPr>
            <p:cNvSpPr txBox="1"/>
            <p:nvPr/>
          </p:nvSpPr>
          <p:spPr>
            <a:xfrm>
              <a:off x="450267" y="6050541"/>
              <a:ext cx="7527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个人资料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7D3DD8ED-2A5A-1FDB-4B4B-58BD0237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00" y="327888"/>
            <a:ext cx="328157" cy="32015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F563A30-7F93-E175-76FE-CD84202C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18" y="5827672"/>
            <a:ext cx="737088" cy="681248"/>
          </a:xfrm>
          <a:prstGeom prst="rect">
            <a:avLst/>
          </a:prstGeom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BB60631-2671-1038-0D03-F1522EA8AD6B}"/>
              </a:ext>
            </a:extLst>
          </p:cNvPr>
          <p:cNvSpPr/>
          <p:nvPr/>
        </p:nvSpPr>
        <p:spPr>
          <a:xfrm>
            <a:off x="1376215" y="697220"/>
            <a:ext cx="10110858" cy="1533236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流程图: 接点 31">
            <a:extLst>
              <a:ext uri="{FF2B5EF4-FFF2-40B4-BE49-F238E27FC236}">
                <a16:creationId xmlns:a16="http://schemas.microsoft.com/office/drawing/2014/main" id="{EBEF7AF2-A298-F941-EEC5-A319767E8518}"/>
              </a:ext>
            </a:extLst>
          </p:cNvPr>
          <p:cNvSpPr/>
          <p:nvPr/>
        </p:nvSpPr>
        <p:spPr>
          <a:xfrm>
            <a:off x="1694858" y="932796"/>
            <a:ext cx="1136812" cy="110021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头像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B6089FC-5BD9-B356-EE49-04F8BE25AA0A}"/>
              </a:ext>
            </a:extLst>
          </p:cNvPr>
          <p:cNvSpPr txBox="1"/>
          <p:nvPr/>
        </p:nvSpPr>
        <p:spPr>
          <a:xfrm>
            <a:off x="3196132" y="931351"/>
            <a:ext cx="1136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名称：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D6E968-2362-D651-459A-66CE3921204D}"/>
              </a:ext>
            </a:extLst>
          </p:cNvPr>
          <p:cNvSpPr txBox="1"/>
          <p:nvPr/>
        </p:nvSpPr>
        <p:spPr>
          <a:xfrm>
            <a:off x="3196132" y="1582405"/>
            <a:ext cx="5994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个性签名：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4667A07-5679-C67D-4AB8-7BC8788FB1FE}"/>
              </a:ext>
            </a:extLst>
          </p:cNvPr>
          <p:cNvSpPr/>
          <p:nvPr/>
        </p:nvSpPr>
        <p:spPr>
          <a:xfrm>
            <a:off x="1376205" y="2264833"/>
            <a:ext cx="10110857" cy="4323292"/>
          </a:xfrm>
          <a:prstGeom prst="roundRect">
            <a:avLst>
              <a:gd name="adj" fmla="val 447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B3B527F-C404-13E9-92FA-4211E5CAFB1B}"/>
              </a:ext>
            </a:extLst>
          </p:cNvPr>
          <p:cNvSpPr txBox="1"/>
          <p:nvPr/>
        </p:nvSpPr>
        <p:spPr>
          <a:xfrm>
            <a:off x="1478174" y="2350603"/>
            <a:ext cx="142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个人成就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2EAF792-271F-54E1-CFD6-A8817289153A}"/>
              </a:ext>
            </a:extLst>
          </p:cNvPr>
          <p:cNvSpPr/>
          <p:nvPr/>
        </p:nvSpPr>
        <p:spPr>
          <a:xfrm>
            <a:off x="1688028" y="2976941"/>
            <a:ext cx="1164132" cy="8947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F1D4BE9-8EFD-930F-4172-38F50B6FABD1}"/>
              </a:ext>
            </a:extLst>
          </p:cNvPr>
          <p:cNvSpPr/>
          <p:nvPr/>
        </p:nvSpPr>
        <p:spPr>
          <a:xfrm>
            <a:off x="1688028" y="4156263"/>
            <a:ext cx="1164132" cy="89477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A3FF818-C938-E86E-2ECC-148B84F50953}"/>
              </a:ext>
            </a:extLst>
          </p:cNvPr>
          <p:cNvSpPr/>
          <p:nvPr/>
        </p:nvSpPr>
        <p:spPr>
          <a:xfrm>
            <a:off x="1688028" y="5335586"/>
            <a:ext cx="1164132" cy="8947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92169B1-0983-E5FA-B212-258388E72BE5}"/>
              </a:ext>
            </a:extLst>
          </p:cNvPr>
          <p:cNvSpPr/>
          <p:nvPr/>
        </p:nvSpPr>
        <p:spPr>
          <a:xfrm>
            <a:off x="1417771" y="2842681"/>
            <a:ext cx="10008888" cy="11390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F2C50EF5-D337-DA68-39E2-6BCD0D10C0BC}"/>
              </a:ext>
            </a:extLst>
          </p:cNvPr>
          <p:cNvSpPr/>
          <p:nvPr/>
        </p:nvSpPr>
        <p:spPr>
          <a:xfrm>
            <a:off x="1417771" y="5258137"/>
            <a:ext cx="10008888" cy="11390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3CD9ADB-F4DE-2D76-6368-4043796D540E}"/>
              </a:ext>
            </a:extLst>
          </p:cNvPr>
          <p:cNvSpPr/>
          <p:nvPr/>
        </p:nvSpPr>
        <p:spPr>
          <a:xfrm>
            <a:off x="1417771" y="4050409"/>
            <a:ext cx="10008888" cy="113906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A7E4336-F281-8384-9DA7-C3B975BEB882}"/>
              </a:ext>
            </a:extLst>
          </p:cNvPr>
          <p:cNvSpPr/>
          <p:nvPr/>
        </p:nvSpPr>
        <p:spPr>
          <a:xfrm>
            <a:off x="10612584" y="1200049"/>
            <a:ext cx="517240" cy="5172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4651409-5A71-5B36-E680-F67AD31783A1}"/>
              </a:ext>
            </a:extLst>
          </p:cNvPr>
          <p:cNvGrpSpPr/>
          <p:nvPr/>
        </p:nvGrpSpPr>
        <p:grpSpPr>
          <a:xfrm>
            <a:off x="3094623" y="2948829"/>
            <a:ext cx="1671341" cy="784055"/>
            <a:chOff x="3094623" y="2893413"/>
            <a:chExt cx="1671341" cy="784055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40CEDDA-C98E-C2AA-14C6-63074377C212}"/>
                </a:ext>
              </a:extLst>
            </p:cNvPr>
            <p:cNvSpPr txBox="1"/>
            <p:nvPr/>
          </p:nvSpPr>
          <p:spPr>
            <a:xfrm>
              <a:off x="3094623" y="2893413"/>
              <a:ext cx="1210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小说名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EECED91-9BBF-E93A-5E6D-32C1112F444D}"/>
                </a:ext>
              </a:extLst>
            </p:cNvPr>
            <p:cNvSpPr txBox="1"/>
            <p:nvPr/>
          </p:nvSpPr>
          <p:spPr>
            <a:xfrm>
              <a:off x="3094623" y="3308136"/>
              <a:ext cx="1671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简介：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D42B6EC-355E-EC3C-A029-0C7F4AC5EDBE}"/>
              </a:ext>
            </a:extLst>
          </p:cNvPr>
          <p:cNvGrpSpPr/>
          <p:nvPr/>
        </p:nvGrpSpPr>
        <p:grpSpPr>
          <a:xfrm>
            <a:off x="3094623" y="4169825"/>
            <a:ext cx="1671341" cy="784055"/>
            <a:chOff x="3094623" y="2893413"/>
            <a:chExt cx="1671341" cy="784055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6697227-F0F3-5336-F9B7-5979EC73A3CE}"/>
                </a:ext>
              </a:extLst>
            </p:cNvPr>
            <p:cNvSpPr txBox="1"/>
            <p:nvPr/>
          </p:nvSpPr>
          <p:spPr>
            <a:xfrm>
              <a:off x="3094623" y="2893413"/>
              <a:ext cx="1210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小说名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C495B32-82C9-C962-DC8A-BF23456DB553}"/>
                </a:ext>
              </a:extLst>
            </p:cNvPr>
            <p:cNvSpPr txBox="1"/>
            <p:nvPr/>
          </p:nvSpPr>
          <p:spPr>
            <a:xfrm>
              <a:off x="3094623" y="3308136"/>
              <a:ext cx="1671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简介：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FC4EC55-F506-11BA-6923-5F698F78AB90}"/>
              </a:ext>
            </a:extLst>
          </p:cNvPr>
          <p:cNvGrpSpPr/>
          <p:nvPr/>
        </p:nvGrpSpPr>
        <p:grpSpPr>
          <a:xfrm>
            <a:off x="3094623" y="5377765"/>
            <a:ext cx="1671341" cy="784055"/>
            <a:chOff x="3094623" y="2893413"/>
            <a:chExt cx="1671341" cy="78405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2116DEC-CE34-8BFD-83FD-0816A0C4455D}"/>
                </a:ext>
              </a:extLst>
            </p:cNvPr>
            <p:cNvSpPr txBox="1"/>
            <p:nvPr/>
          </p:nvSpPr>
          <p:spPr>
            <a:xfrm>
              <a:off x="3094623" y="2893413"/>
              <a:ext cx="1210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小说名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6F1535F-D913-6DC5-4E3D-4928730278F9}"/>
                </a:ext>
              </a:extLst>
            </p:cNvPr>
            <p:cNvSpPr txBox="1"/>
            <p:nvPr/>
          </p:nvSpPr>
          <p:spPr>
            <a:xfrm>
              <a:off x="3094623" y="3308136"/>
              <a:ext cx="1671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简介：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6F850E6-897F-0D14-5D63-09763CDA149D}"/>
              </a:ext>
            </a:extLst>
          </p:cNvPr>
          <p:cNvGrpSpPr/>
          <p:nvPr/>
        </p:nvGrpSpPr>
        <p:grpSpPr>
          <a:xfrm>
            <a:off x="6380624" y="2937945"/>
            <a:ext cx="5211004" cy="998488"/>
            <a:chOff x="6391461" y="2937945"/>
            <a:chExt cx="5211004" cy="99848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03708D50-CD89-FB3D-E7D2-DED62118A8CA}"/>
                </a:ext>
              </a:extLst>
            </p:cNvPr>
            <p:cNvSpPr txBox="1"/>
            <p:nvPr/>
          </p:nvSpPr>
          <p:spPr>
            <a:xfrm>
              <a:off x="9436977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总播放量：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B9611F7-1D0A-B0C9-4185-7FD44E4C5D77}"/>
                </a:ext>
              </a:extLst>
            </p:cNvPr>
            <p:cNvSpPr txBox="1"/>
            <p:nvPr/>
          </p:nvSpPr>
          <p:spPr>
            <a:xfrm>
              <a:off x="9436977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总收益：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CB1C9BF-8CC4-A59A-6D90-39A48AA55995}"/>
                </a:ext>
              </a:extLst>
            </p:cNvPr>
            <p:cNvSpPr txBox="1"/>
            <p:nvPr/>
          </p:nvSpPr>
          <p:spPr>
            <a:xfrm>
              <a:off x="7914219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总收藏量：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84C0DC7A-149C-C3F2-1CE5-92A1505F2CDB}"/>
                </a:ext>
              </a:extLst>
            </p:cNvPr>
            <p:cNvSpPr txBox="1"/>
            <p:nvPr/>
          </p:nvSpPr>
          <p:spPr>
            <a:xfrm>
              <a:off x="6391461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总转发量：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A2A8D10-E960-8873-7F87-55FDF71D8DB9}"/>
                </a:ext>
              </a:extLst>
            </p:cNvPr>
            <p:cNvSpPr txBox="1"/>
            <p:nvPr/>
          </p:nvSpPr>
          <p:spPr>
            <a:xfrm>
              <a:off x="6391461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总评论量：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E834C25-3043-F1D5-FBB8-B8BC88B5E8F6}"/>
                </a:ext>
              </a:extLst>
            </p:cNvPr>
            <p:cNvSpPr txBox="1"/>
            <p:nvPr/>
          </p:nvSpPr>
          <p:spPr>
            <a:xfrm>
              <a:off x="7914218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总点赞数量：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5E5524E-5A08-F8FB-1A48-B70CBB74AB2F}"/>
                </a:ext>
              </a:extLst>
            </p:cNvPr>
            <p:cNvSpPr txBox="1"/>
            <p:nvPr/>
          </p:nvSpPr>
          <p:spPr>
            <a:xfrm>
              <a:off x="10207774" y="3705601"/>
              <a:ext cx="13946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总制作时长：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DD6F60F-186F-48A8-2FCF-0F55D55F0E51}"/>
              </a:ext>
            </a:extLst>
          </p:cNvPr>
          <p:cNvGrpSpPr/>
          <p:nvPr/>
        </p:nvGrpSpPr>
        <p:grpSpPr>
          <a:xfrm>
            <a:off x="6380624" y="4158377"/>
            <a:ext cx="5211004" cy="998488"/>
            <a:chOff x="6391461" y="2937945"/>
            <a:chExt cx="5211004" cy="998488"/>
          </a:xfrm>
        </p:grpSpPr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E763142-3116-BBEA-C060-840B50C91BEA}"/>
                </a:ext>
              </a:extLst>
            </p:cNvPr>
            <p:cNvSpPr txBox="1"/>
            <p:nvPr/>
          </p:nvSpPr>
          <p:spPr>
            <a:xfrm>
              <a:off x="9436977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总播放量：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C608AEA-0B39-01CA-B7DF-FB0275FABC47}"/>
                </a:ext>
              </a:extLst>
            </p:cNvPr>
            <p:cNvSpPr txBox="1"/>
            <p:nvPr/>
          </p:nvSpPr>
          <p:spPr>
            <a:xfrm>
              <a:off x="9436977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总收益：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134483B5-4E09-93F1-1349-0F3B96B56EFB}"/>
                </a:ext>
              </a:extLst>
            </p:cNvPr>
            <p:cNvSpPr txBox="1"/>
            <p:nvPr/>
          </p:nvSpPr>
          <p:spPr>
            <a:xfrm>
              <a:off x="7914219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总收藏量：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02FF2E0-4121-F0D4-4F4E-751A35E5D00D}"/>
                </a:ext>
              </a:extLst>
            </p:cNvPr>
            <p:cNvSpPr txBox="1"/>
            <p:nvPr/>
          </p:nvSpPr>
          <p:spPr>
            <a:xfrm>
              <a:off x="6391461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总转发量：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38A76D2-2C4D-DA55-9089-7FD811910BB2}"/>
                </a:ext>
              </a:extLst>
            </p:cNvPr>
            <p:cNvSpPr txBox="1"/>
            <p:nvPr/>
          </p:nvSpPr>
          <p:spPr>
            <a:xfrm>
              <a:off x="6391461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总评论量：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8B7453F1-C0DB-DE86-D583-1B93F11E8306}"/>
                </a:ext>
              </a:extLst>
            </p:cNvPr>
            <p:cNvSpPr txBox="1"/>
            <p:nvPr/>
          </p:nvSpPr>
          <p:spPr>
            <a:xfrm>
              <a:off x="7914218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总点赞数量：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8AB5A9AB-E194-A245-B30C-3FA13041B1C0}"/>
                </a:ext>
              </a:extLst>
            </p:cNvPr>
            <p:cNvSpPr txBox="1"/>
            <p:nvPr/>
          </p:nvSpPr>
          <p:spPr>
            <a:xfrm>
              <a:off x="10207774" y="3705601"/>
              <a:ext cx="13946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总制作时长：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28AD1AE-DB6D-DF49-1B60-CF1955208012}"/>
              </a:ext>
            </a:extLst>
          </p:cNvPr>
          <p:cNvGrpSpPr/>
          <p:nvPr/>
        </p:nvGrpSpPr>
        <p:grpSpPr>
          <a:xfrm>
            <a:off x="6380624" y="5378809"/>
            <a:ext cx="5211004" cy="998488"/>
            <a:chOff x="6391461" y="2937945"/>
            <a:chExt cx="5211004" cy="998488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714C192-6F96-4175-E625-9DA199FCF4FD}"/>
                </a:ext>
              </a:extLst>
            </p:cNvPr>
            <p:cNvSpPr txBox="1"/>
            <p:nvPr/>
          </p:nvSpPr>
          <p:spPr>
            <a:xfrm>
              <a:off x="9436977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总播放量：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3FF8ADEF-F93D-B1A6-B4B5-53DF38241022}"/>
                </a:ext>
              </a:extLst>
            </p:cNvPr>
            <p:cNvSpPr txBox="1"/>
            <p:nvPr/>
          </p:nvSpPr>
          <p:spPr>
            <a:xfrm>
              <a:off x="9436977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总收益：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8C9470B-ABDC-880B-7534-41CE3A8B318F}"/>
                </a:ext>
              </a:extLst>
            </p:cNvPr>
            <p:cNvSpPr txBox="1"/>
            <p:nvPr/>
          </p:nvSpPr>
          <p:spPr>
            <a:xfrm>
              <a:off x="7914219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总收藏量：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A578D329-789F-B6CD-A195-ABF857360B42}"/>
                </a:ext>
              </a:extLst>
            </p:cNvPr>
            <p:cNvSpPr txBox="1"/>
            <p:nvPr/>
          </p:nvSpPr>
          <p:spPr>
            <a:xfrm>
              <a:off x="6391461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总转发量：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2BAE7B1-9560-F72A-E1BD-347BB81D3E29}"/>
                </a:ext>
              </a:extLst>
            </p:cNvPr>
            <p:cNvSpPr txBox="1"/>
            <p:nvPr/>
          </p:nvSpPr>
          <p:spPr>
            <a:xfrm>
              <a:off x="6391461" y="2937945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总评论量：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FB85A22A-B400-7BF5-52DF-BA3A5CF9397A}"/>
                </a:ext>
              </a:extLst>
            </p:cNvPr>
            <p:cNvSpPr txBox="1"/>
            <p:nvPr/>
          </p:nvSpPr>
          <p:spPr>
            <a:xfrm>
              <a:off x="7914218" y="3455840"/>
              <a:ext cx="1210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总点赞数量：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E7DC194E-2C25-4B38-A010-9193CC06F668}"/>
                </a:ext>
              </a:extLst>
            </p:cNvPr>
            <p:cNvSpPr txBox="1"/>
            <p:nvPr/>
          </p:nvSpPr>
          <p:spPr>
            <a:xfrm>
              <a:off x="10207774" y="3705601"/>
              <a:ext cx="13946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总制作时长：</a:t>
              </a: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F7AD9450-04F5-2747-1384-AE142FAB351B}"/>
              </a:ext>
            </a:extLst>
          </p:cNvPr>
          <p:cNvGrpSpPr/>
          <p:nvPr/>
        </p:nvGrpSpPr>
        <p:grpSpPr>
          <a:xfrm>
            <a:off x="10713826" y="2244307"/>
            <a:ext cx="475515" cy="584775"/>
            <a:chOff x="5237018" y="2296735"/>
            <a:chExt cx="475515" cy="584775"/>
          </a:xfrm>
        </p:grpSpPr>
        <p:sp>
          <p:nvSpPr>
            <p:cNvPr id="90" name="流程图: 接点 89">
              <a:extLst>
                <a:ext uri="{FF2B5EF4-FFF2-40B4-BE49-F238E27FC236}">
                  <a16:creationId xmlns:a16="http://schemas.microsoft.com/office/drawing/2014/main" id="{28AE8C1E-5ED2-1B5D-27EA-7A3EDA6FA6E2}"/>
                </a:ext>
              </a:extLst>
            </p:cNvPr>
            <p:cNvSpPr/>
            <p:nvPr/>
          </p:nvSpPr>
          <p:spPr>
            <a:xfrm>
              <a:off x="5237018" y="2376374"/>
              <a:ext cx="461665" cy="461665"/>
            </a:xfrm>
            <a:prstGeom prst="flowChartConnector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215B3060-6DC4-5E0A-4C1A-02DDDAE062C1}"/>
                </a:ext>
              </a:extLst>
            </p:cNvPr>
            <p:cNvSpPr txBox="1"/>
            <p:nvPr/>
          </p:nvSpPr>
          <p:spPr>
            <a:xfrm>
              <a:off x="5258355" y="2296735"/>
              <a:ext cx="4541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75567C91-AA11-3A25-5DE7-939B505A95A0}"/>
              </a:ext>
            </a:extLst>
          </p:cNvPr>
          <p:cNvGrpSpPr/>
          <p:nvPr/>
        </p:nvGrpSpPr>
        <p:grpSpPr>
          <a:xfrm>
            <a:off x="558507" y="1761960"/>
            <a:ext cx="600364" cy="366462"/>
            <a:chOff x="558507" y="1761960"/>
            <a:chExt cx="600364" cy="366462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D4AC6756-B7DD-BB86-517D-4E9A5D2A17D8}"/>
                </a:ext>
              </a:extLst>
            </p:cNvPr>
            <p:cNvSpPr/>
            <p:nvPr/>
          </p:nvSpPr>
          <p:spPr>
            <a:xfrm>
              <a:off x="558507" y="1761960"/>
              <a:ext cx="600364" cy="366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5" name="箭头: 虚尾 94">
              <a:extLst>
                <a:ext uri="{FF2B5EF4-FFF2-40B4-BE49-F238E27FC236}">
                  <a16:creationId xmlns:a16="http://schemas.microsoft.com/office/drawing/2014/main" id="{962B746B-2F2B-F97C-A1E8-66509CCCA01C}"/>
                </a:ext>
              </a:extLst>
            </p:cNvPr>
            <p:cNvSpPr/>
            <p:nvPr/>
          </p:nvSpPr>
          <p:spPr>
            <a:xfrm>
              <a:off x="632729" y="1797418"/>
              <a:ext cx="443265" cy="295545"/>
            </a:xfrm>
            <a:prstGeom prst="stripedRightArrow">
              <a:avLst>
                <a:gd name="adj1" fmla="val 44318"/>
                <a:gd name="adj2" fmla="val 72727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077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309</Words>
  <Application>Microsoft Office PowerPoint</Application>
  <PresentationFormat>宽屏</PresentationFormat>
  <Paragraphs>154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Cooku Black</dc:creator>
  <cp:lastModifiedBy>Cooku Black</cp:lastModifiedBy>
  <cp:revision>12</cp:revision>
  <dcterms:created xsi:type="dcterms:W3CDTF">2026-06-17T01:25:04Z</dcterms:created>
  <dcterms:modified xsi:type="dcterms:W3CDTF">2026-06-17T09:07:29Z</dcterms:modified>
</cp:coreProperties>
</file>